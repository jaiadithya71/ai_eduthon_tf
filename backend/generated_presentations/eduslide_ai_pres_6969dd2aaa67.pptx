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मानव पाचन तंत्र / Human Digestive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मानव पाचन तंत्र एक जटिल प्रणाली है जो हमारे शरीर को भोजन से ऊर्जा प्राप्त करने में मदद करती है / The human digestive system is a complex system that helps our body get energy from food.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यह प्रणाली मुंह, ग्रसनी, अन्नप्रणाली, पेट, छोटी आंत, और बड़ी आंत से बनी होती है / This system consists of the mouth, pharynx, esophagus, stomach, small intestine, and large intestine.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की सहायता से हमारा शरीर भोजन को तोड़कर पोषक तत्वों को अवशोषित करता है / With the help of the digestive system, our body breaks down food and absorbs nutrients.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के बिना हमारा शरीर भोजन से ऊर्जा प्राप्त नहीं कर पाएगा / Without the digestive system, our body would not be able to get energy from food.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इस प्रणाली के बारे में जानना हमारे स्वास्थ्य के लिए बहुत महत्वपूर्ण है / It is very important to know about this system for our health.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पाचन तंत्र के मुख्य अंग / Main Organs of Digestive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मुंह में दांत और लार ग्रंथियां होती हैं जो भोजन को तोड़ने में मदद करती हैं / The mouth has teeth and salivary glands that help break down food.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ग्रसनी भोजन को अन्नप्रणाली में पहुंचाने में मदद करती है / The pharynx helps food reach the esophagus.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अन्नप्रणाली भोजन को पेट में पहुंचाने में मदद करती है / The esophagus helps food reach the stomach.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पेट में पाचन एंजाइम होते हैं जो भोजन को तोड़ने में मदद करते हैं / The stomach has digestive enzymes that help break down food.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Further details: छोटी आंत में पोषक तत्वों को अवशोषित करने में मदद करने वाले एंजाइम होते हैं / The small intestine has enzymes that help absorb nutrients.; बड़ी आंत में पानी और इलेक्ट्रोलाइट्स को अवशोषित करने में मदद करने वाले एंजाइम होते हैं /...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पाचन तंत्र की प्रक्रिया / Process of Digestion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भोजन मुंह में आता है जहां दांत और लार ग्रंथियां इसे तोड़ने में मदद करती हैं / Food enters the mouth where teeth and salivary glands help break it down.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भोजन ग्रसनी से होकर अन्नप्रणाली में पहुंचता है / Food passes through the pharynx and into the esophagus.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अन्नप्रणाली भोजन को पेट में पहुंचाने में मदद करती है / The esophagus helps food reach the stomach.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पेट में पाचन एंजाइम भोजन को तोड़ने में मदद करते हैं / The stomach has digestive enzymes that help break down food.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Further details: छोटी आंत में पोषक तत्वों को अवशोषित करने में मदद करने वाले एंजाइम होते हैं / The small intestine has enzymes that help absorb nutrients.; बड़ी आंत में पानी और इलेक्ट्रोलाइट्स को अवशोषित करने में मदद करने वाले एंजाइम होते हैं /...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पाचन तंत्र के विकार / Disorders of Digestive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अपच एक आम विकार है जिसमें पेट में दर्द और सूजन होती है / Indigestion is a common disorder that causes pain and bloating in the stomach.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अल्सर एक विकार है जिसमें पेट या छोटी आंत में घाव होते हैं / Ulcers are a disorder that causes sores in the stomach or small intestine.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इन्फ्लेमेटरी बाउल डिजीज एक विकार है जिसमें बड़ी आंत में सूजन होती है / Inflammatory bowel disease is a disorder that causes inflammation in the large intestine.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के विकारों का इलाज दवाओं और परिवर्तित आहार से किया जा सकता है / Disorders of the digestive system can be treated with medications and changes in diet.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Further details: नियमित व्यायाम और तनाव प्रबंधन भी पाचन तंत्र के विकारों को रोकने में मदद कर सकते हैं / Regular exercise and stress management can also help prevent disorders of the digestive system.; पाचन तंत्र के विकारों के बारे में जानना हमारे...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पाचन तंत्र की देखभाल / Care of Digestive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स्वस्थ आहार लेना पाचन तंत्र की देखभाल के लिए बहुत महत्वपूर्ण है / Eating a healthy diet is very important for the care of the digestive system.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नियमित व्यायाम करना पाचन तंत्र की देखभाल के लिए बहुत महत्वपूर्ण है / Regular exercise is very important for the care of the digestive system.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तनाव प्रबंधन पाचन तंत्र की देखभाल के लिए बहुत महत्वपूर्ण है / Stress management is very important for the care of the digestive system.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धूम्रपान और शराब का सेवन पाचन तंत्र के लिए हानिकारक हो सकता है / Smoking and alcohol consumption can be harmful to the digestive system.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Further details: नियमित स्वास्थ्य जांच पाचन तंत्र की देखभाल के लिए बहुत महत्वपूर्ण है / Regular health check-ups are very important for the care of the digestive system.; पाचन तंत्र की देखभाल के लिए हमें स्वस्थ जीवनशैली अपनानी चाहिए / We should...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पाचन तंत्र प्रश्नोत्तरी / Digestive System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के मुख्य अंग क्या हैं? / What are the main organs of the digestive system?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की प्रक्रिया क्या है? / What is the process of digestion?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के विकार क्या हैं? / What are the disorders of the digestive system?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की देखभाल के लिए क्या करना चाहिए? / What should be done for the care of the digestive system?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Further details: पाचन तंत्र के बारे में जानना क्यों महत्वपूर्ण है? / Why is it important to know about the digestive system?; पाचन तंत्र के विकारों का इलाज कैसे किया जा सकता है? / How can disorders of the digestive system be treated?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निष्कर्ष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एक जटिल प्रणाली है जो हमारे शरीर को भोजन से ऊर्जा प्राप्त करने में मदद करती है / The digestive system is a complex system that helps our body get energy from food.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के मुख्य अंग मुंह, ग्रसनी, अन्नप्रणाली, पेट, छोटी आंत, और बड़ी आंत हैं / The main organs of the digestive system are the mouth, pharynx, esophagus, stomach, small intestine, and large intestine.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की प्रक्रिया में भोजन को तोड़ना और पोषक तत्वों को अवशोषित करना शामिल है / The process of digestion involves breaking down food and absorbing nutrients.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पाचन तंत्र के विकारों का इलाज दवाओं और परिवर्तित आहार से किया जा सकता है / Disorders of the digestive system can be treated with medications and changes in diet.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Further details: पाचन तंत्र की देखभाल के लिए हमें स्वस्थ जीवनशैली अपनानी चाहिए / We should adopt a healthy lifestyle for the care of the digestive system.; पाचन तंत्र के बारे में जानना हमारे स्वास्थ्य के लिए बहुत महत्वपूर्ण है / It is very...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99863"/>
            <a:ext cx="3566159" cy="20069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