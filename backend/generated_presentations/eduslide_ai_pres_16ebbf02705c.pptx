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Introduction to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Photosynthesis is the process by which plants, algae, and some bacteria convert light energy from the sun into chemical energy in the form of glucose.</a:t>
            </a:r>
          </a:p>
          <a:p>
            <a:pPr/>
            <a:r>
              <a:t>This process is essential for life on Earth as it provides the primary source of energy for nearly all organisms.</a:t>
            </a:r>
          </a:p>
          <a:p>
            <a:pPr/>
            <a:r>
              <a:t>Photosynthesis occurs in specialized organelles called chloroplasts, which are present in plant cells.</a:t>
            </a:r>
          </a:p>
          <a:p>
            <a:pPr/>
            <a:r>
              <a:t>The overall equation for photosynthesis is 6 CO2 + 6 H2O + light energy → C6H12O6 (glucose) + 6 O2.</a:t>
            </a:r>
          </a:p>
          <a:p>
            <a:pPr/>
            <a:r>
              <a:t>Understanding photosynthesis is crucial for understanding the natural world and our impact on the environment.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94853"/>
            <a:ext cx="3931920" cy="2216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Overview of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Photosynthesis involves the conversion of carbon dioxide and water into glucose and oxygen using sunlight as an energy source.</a:t>
            </a:r>
          </a:p>
          <a:p>
            <a:pPr/>
            <a:r>
              <a:t>The process requires chlorophyll, a green pigment found in chloroplasts, to absorb light energy.</a:t>
            </a:r>
          </a:p>
          <a:p>
            <a:pPr/>
            <a:r>
              <a:t>Light-dependent reactions and light-independent reactions (Calvin cycle) are the two stages of photosynthesis.</a:t>
            </a:r>
          </a:p>
          <a:p>
            <a:pPr/>
            <a:r>
              <a:t>The light-dependent reactions generate ATP and NADPH, which are then used in the Calvin cycle to produce glucose.</a:t>
            </a:r>
          </a:p>
          <a:p>
            <a:pPr/>
            <a:r>
              <a:t>Factors such as light intensity, temperature, and water availability can affect the rate of photosynthesis.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96945"/>
            <a:ext cx="3931920" cy="2212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 Concept: Light-Dependent Reactions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light-dependent reactions occur in the thylakoid membranes of the chloroplast and involve the absorption of light energy by chlorophyll and other pigments.</a:t>
            </a:r>
          </a:p>
          <a:p>
            <a:pPr/>
            <a:r>
              <a:t>This energy is used to generate ATP and NADPH through the transfer of electrons.</a:t>
            </a:r>
          </a:p>
          <a:p>
            <a:pPr/>
            <a:r>
              <a:t>The process involves the formation of a proton gradient across the thylakoid membrane, which drives the production of ATP.</a:t>
            </a:r>
          </a:p>
          <a:p>
            <a:pPr/>
            <a:r>
              <a:t>The light-dependent reactions are essential for providing the energy and reducing power required for the Calvin cycle.</a:t>
            </a:r>
          </a:p>
          <a:p>
            <a:pPr/>
            <a:r>
              <a:t>The overall equation for the light-dependent reactions is light energy → ATP + NADPH + H+.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96166"/>
            <a:ext cx="3931920" cy="26143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 Concept: Calvin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Calvin cycle, also known as the light-independent reactions, takes place in the stroma of the chloroplast and uses the ATP and NADPH produced in the light-dependent reactions.</a:t>
            </a:r>
          </a:p>
          <a:p>
            <a:pPr/>
            <a:r>
              <a:t>The cycle involves the fixation of CO2 into a three-carbon molecule called 3-phosphoglycerate (3-PGA) via the enzyme RuBisCO.</a:t>
            </a:r>
          </a:p>
          <a:p>
            <a:pPr/>
            <a:r>
              <a:t>The 3-PGA is then reduced to form glyceraldehyde-3-phosphate (G3P) using the ATP and NADPH produced in the light-dependent reactions.</a:t>
            </a:r>
          </a:p>
          <a:p>
            <a:pPr/>
            <a:r>
              <a:t>The G3P molecules are then used to synthesize glucose and other carbohydrates.</a:t>
            </a:r>
          </a:p>
          <a:p>
            <a:pPr/>
            <a:r>
              <a:t>The Calvin cycle is essential for producing the organic compounds required by plants to grow and develop.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96166"/>
            <a:ext cx="3931920" cy="26143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Real-World Examples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Photosynthesis has numerous real-world applications, including agriculture, where it is used to produce crops and support food security.</a:t>
            </a:r>
          </a:p>
          <a:p>
            <a:pPr/>
            <a:r>
              <a:t>Understanding photosynthesis is essential for developing strategies to address climate change, as it plays a critical role in the carbon cycle.</a:t>
            </a:r>
          </a:p>
          <a:p>
            <a:pPr/>
            <a:r>
              <a:t>Photosynthesis is also used in biofuels, such as ethanol, which is produced from plant biomass.</a:t>
            </a:r>
          </a:p>
          <a:p>
            <a:pPr/>
            <a:r>
              <a:t>In addition, photosynthesis inspires the development of artificial photosynthetic systems, which could potentially be used to produce clean energy.</a:t>
            </a:r>
          </a:p>
          <a:p>
            <a:pPr/>
            <a:r>
              <a:t>Studying photosynthesis can also inform strategies for improving crop yields and developing more efficient agricultural practices.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59299"/>
            <a:ext cx="3931920" cy="22880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Quiz: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What is the overall equation for photosynthesis?</a:t>
            </a:r>
          </a:p>
          <a:p>
            <a:pPr/>
            <a:r>
              <a:t>What is the role of chlorophyll in photosynthesis?</a:t>
            </a:r>
          </a:p>
          <a:p>
            <a:pPr/>
            <a:r>
              <a:t>What are the two stages of photosynthesis?</a:t>
            </a:r>
          </a:p>
          <a:p>
            <a:pPr/>
            <a:r>
              <a:t>What is the product of the light-dependent reactions?</a:t>
            </a:r>
          </a:p>
          <a:p>
            <a:pPr/>
            <a:r>
              <a:t>What is the importance of photosynthesis in agriculture?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91983"/>
            <a:ext cx="3931920" cy="2622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Summary: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Photosynthesis is the process by which plants, algae, and some bacteria convert light energy into chemical energy.</a:t>
            </a:r>
          </a:p>
          <a:p>
            <a:pPr/>
            <a:r>
              <a:t>The process involves the light-dependent reactions and the Calvin cycle, which work together to produce glucose and oxygen.</a:t>
            </a:r>
          </a:p>
          <a:p>
            <a:pPr/>
            <a:r>
              <a:t>Photosynthesis is essential for life on Earth, as it provides the primary source of energy for nearly all organisms.</a:t>
            </a:r>
          </a:p>
          <a:p>
            <a:pPr/>
            <a:r>
              <a:t>Understanding photosynthesis is crucial for addressing climate change, improving agricultural practices, and developing new technologies.</a:t>
            </a:r>
          </a:p>
          <a:p>
            <a:pPr/>
            <a:r>
              <a:t>In conclusion, photosynthesis is a vital process that supports life on Earth and has numerous real-world applications.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91983"/>
            <a:ext cx="3931920" cy="26226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