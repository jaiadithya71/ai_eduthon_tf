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An Advanced Technical Deep-Dive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based on the idea that a linear relationship exists between the input features and the target variable, which can be represented by a linear equation.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linear equation is typically represented as y = β0 + β1x + ε, where y is the target variable, x is the input feature, β0 is the intercept, β1 is the slope, and ε is the error term.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goal of linear regression is to find the optimal values of β0 and β1 that minimize the sum of the squared errors between observed and predicted values.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can be simple, involving only one input feature, or multiple, involving more than one input feature.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choice of linear regression model depends on the complexity of the problem and the number of input features.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8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Core Concepts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coefficient of determination, denoted as R-squared, measures the proportion of variance in the target variable that is explained by the input features.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R-squared value ranges from 0 to 1, where 1 indicates a perfect fit and 0 indicates no correlation between the input features and the target variable.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mean squared error (MSE) is another important metric used to evaluate the performance of a linear regression model, which calculates the average squared difference between observed and predicted values.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choice of evaluation metric depends on the specific problem and the characteristics of the data.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Regularization techniques, such as L1 and L2 regularization, are used to prevent overfitting in linear regression models by adding a penalty term to the loss function.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036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widely used in economics to model the relationship between economic variables, such as the impact of interest rates on inflation.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In finance, linear regression is used to predict stock prices and portfolio returns based on historical data and market trends.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In social sciences, linear regression is used to analyze the relationship between demographic variables, such as age and income, and social outcomes, such as education and health.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also used in engineering to model the relationship between design variables and performance metrics, such as the impact of material properties on structural integrity.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applications of linear regression are diverse and continue to grow as the field of machine learning evolves.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Assumptions and Limitations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assumes that the relationship between the input features and the target variable is linear, which may not always be the case in real-world scenarios.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model also assumes that the error term is normally distributed and has constant variance, which may not be true if the data is skewed or has outliers.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sensitive to multicollinearity, which occurs when two or more input features are highly correlated, leading to unstable estimates of the model parameters.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model is also sensitive to outliers, which can significantly affect the estimates of the model parameters and the overall fit of the model.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Regularization techniques and robust regression methods can be used to address these limitations and improve the reliability of the model.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Linear Regression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primary goal of linear regression?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difference between simple and multiple linear regression?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is the role of regularization in linear regression?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How do you evaluate the performance of a linear regression model?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What are some common applications of linear regression?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2778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Advanced Topics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Ridge regression is a type of linear regression that uses L2 regularization to reduce the impact of multicollinearity on the model parameters.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Lasso regression is a type of linear regression that uses L1 regularization to select a subset of the most important input features.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Elastic net regression is a type of linear regression that combines L1 and L2 regularization to achieve a balance between model simplicity and accuracy.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Generalized linear models (GLMs) are an extension of linear regression that can handle non-normal response variables, such as binary or count data.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GLMs are widely used in many fields, including medicine, social sciences, and engineering.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2778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Summary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a fundamental concept in machine learning that is used for predicting continuous outcomes based on one or more input features.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model assumes a linear relationship between the input features and the target variable, which may not always be the case in real-world scenarios.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Linear regression has many applications in various fields, including economics, finance, social sciences, and engineering.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The model can be evaluated using metrics such as R-squared, mean squared error, and cross-validation.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• Regularization techniques and robust regression methods can be used to address the limitations of linear regression and improve the reliability of the model.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