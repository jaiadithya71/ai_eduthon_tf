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मानव पाचन तंत्र: एक चरण-दर-चरण व्याख्या (Human Digestive System: A Step-by-Step Explanation)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मानव पाचन तंत्र हमारे शरीर में भोजन को पचाने और अवशोषित करने की प्रक्रिया है (The human digestive system is the process by which our body digests and absorbs...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यह प्रक्रिया मुंह से शुरू होती है और आंत्र तक जाती है (This process starts from the mouth and goes up to the intestine).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पाचन तंत्र में कई महत्वपूर्ण अंग होते हैं जो भोजन को पचाने में मदद करते हैं (The digestive system has many important organs that help in digesting food).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Further details: इस अध्याय में, हम मानव पाचन तंत्र के बारे में विस्तार से जानेंगे (In this chapter, we will learn about the human digestive system in detail).; हम पाचन तंत्र के...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02440"/>
            <a:ext cx="5303520" cy="2984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पाचन तंत्र का परिचय (Introduction to Digestive System)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पाचन तंत्र एक जटिल प्रक्रिया है जिसमें कई अंग और एन्जाइम शामिल होते हैं (The digestive system is a complex process that involves many organs and enzymes).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यह प्रक्रिया भोजन को छोटे अणुओं में तोड़ती है जो हमारे शरीर द्वारा अवशोषित किए जा सकते हैं (This process breaks down food into small molecules that can be...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पाचन तंत्र में मुंह, ग्रसनी, अन्नप्रणाली, पेट, छोटी आंत, और बड़ी आंत शामिल हैं (The digestive system includes the mouth, pharynx, esophagus, stomach, small...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Further details: प्रत्येक अंग का एक विशिष्ट कार्य होता है जो पाचन प्रक्रिया में मदद करता है (Each organ has a specific function that helps in the digestion process).; उदाहरण के...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02440"/>
            <a:ext cx="5303520" cy="2984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पेट और छोटी आंत (Stomach and Small Intestine)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पेट एक मांसपेशियों से बना अंग है जो भोजन को पचाने में मदद करता है (The stomach is a muscular organ that helps in digesting food).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पेट में एसिड और एन्जाइम होते हैं जो भोजन को तोड़ते हैं (The stomach has acid and enzymes that break down food).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छोटी आंत में भोजन को अवशोषित करने के लिए कई छोटे उंगलियां होती हैं (The small intestine has many small fingers that help in absorbing food).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Further details: छोटी आंत में भोजन को अवशोषित करने के लिए कई एन्जाइम होते हैं (The small intestine has many enzymes that help in absorbing food).; पेट और छोटी आंत में एक साथ...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02440"/>
            <a:ext cx="5303520" cy="2984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बड़ी आंत और पाचन तंत्र के अन्य भाग (Large Intestine and Other Parts of Digestive System)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बड़ी आंत में पानी और इलेक्ट्रोलाइट्स को अवशोषित करने में मदद करती है (The large intestine helps in absorbing water and electrolytes).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बड़ी आंत में फाइबर को तोड़ने में मदद करने के लिए कई बैक्टीरिया होते हैं (The large intestine has many bacteria that help in breaking down fiber).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पाचन तंत्र के अन्य भागों में लिवर, पित्ताशय, और अग्न्याशय शामिल हैं (Other parts of the digestive system include the liver, gallbladder, and pancreas).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Further details: लिवर में कई एन्जाइम होते हैं जो भोजन को पचाने में मदद करते हैं (The liver has many enzymes that help in digesting food).; पित्ताशय में पित्त होता है जो वसा को...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02440"/>
            <a:ext cx="5303520" cy="2984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पाचन तंत्र के विकार (Disorders of Digestive System)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पाचन तंत्र के विकार कई प्रकार के हो सकते हैं, जैसे कि एसिडिटी, गैस, और पेट दर्द (There are many types of digestive disorders, such as acidity, gas, and stomach...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पाचन तंत्र के विकारों का इलाज करने के लिए कई तरीके हैं, जैसे कि दवाएं, परिवर्तित आहार, और जीवनशैली में परिवर्तन (There are many ways to treat digestive...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पाचन तंत्र के विकारों को रोकने के लिए, हमें स्वस्थ आहार लेना चाहिए और नियमित व्यायाम करना चाहिए (To prevent digestive disorders, we should eat a healthy diet...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Further details: पाचन तंत्र के विकारों के बारे में जागरूकता फैलाने से हम अपने स्वास्थ्य को बेहतर बना सकते हैं (Raising awareness about digestive disorders can help us...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02440"/>
            <a:ext cx="5303520" cy="2984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पाचन तंत्र के बारे में प्रश्न (Questions about Digestive System)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पाचन तंत्र का मुख्य कार्य क्या है? (What is the main function of the digestive system?)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पेट में कौन सा एसिड होता है? (What acid is present in the stomach?)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छोटी आंत में क्या होता है? (What happens in the small intestine?)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Further details: बड़ी आंत का मुख्य कार्य क्या है? (What is the main function of the large intestine?); पाचन तंत्र के विकारों को कैसे रोका जा सकता है? (How can digestive...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पाचन तंत्र का सारांश (Summary of Digestive System)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पाचन तंत्र एक जटिल प्रक्रिया है जिसमें कई अंग और एन्जाइम शामिल होते हैं (The digestive system is a complex process that involves many organs and enzymes).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पाचन तंत्र का मुख्य कार्य भोजन को पचाने और अवशोषित करने में मदद करना है (The main function of the digestive system is to help digest and absorb food).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पाचन तंत्र में मुंह, ग्रसनी, अन्नप्रणाली, पेट, छोटी आंत, और बड़ी आंत शामिल हैं (The digestive system includes the mouth, pharynx, esophagus, stomach, small...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600" b="0"/>
            </a:pPr>
            <a:r>
              <a:t>• Further details: प्रत्येक अंग का एक विशिष्ट कार्य होता है जो पाचन प्रक्रिया में मदद करता है (Each organ has a specific function that helps in the digestion process).; पाचन...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02440"/>
            <a:ext cx="5303520" cy="2984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