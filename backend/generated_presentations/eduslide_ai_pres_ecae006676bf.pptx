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Linear Regression in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Linear regression is a fundamental concept in machine learning, used for predicting continuous outcomes.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It is a supervised learning algorithm that learns from labeled data to make predictions on new, unseen data.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Linear regression has numerous applications in fields such as economics, finance, and engineering.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In this presentation, we will delve into the core concepts, real-world examples, and applications of linear regression.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We will also explore the mathematical formulations and techniques used in linear regression.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By the end of this presentation, you will have a comprehensive understanding of linear regression and its role in machine learning.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648404"/>
            <a:ext cx="3749039" cy="21098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Introduction to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Linear regression is a linear approach to modeling the relationship between a dependent variable and one or more independent variables.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The goal of linear regression is to create a linear equation that best predicts the value of the dependent variable based on the values of the independent variables.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Linear regression assumes a linear relationship between the variables, which can be represented by a straight line.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The equation for linear regression is Y = β0 + β1X + ε, where Y is the dependent variable, X is the independent variable, β0 is the intercept, β1 is the slope, and ε is the error term.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Linear regression can be simple, with only one independent variable, or multiple, with more than one independent variable.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The choice of linear regression depends on the research question and the nature of the data.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550690"/>
            <a:ext cx="3749039" cy="23052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Core Concepts in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The coefficient of determination, R-squared, measures the proportion of the variance in the dependent variable that is predictable from the independent variable.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The F-statistic is used to determine the overall significance of the regression model, while the t-statistic is used to determine the significance of individual coefficients.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The residual plot is a graphical representation of the residuals, which can help identify patterns and outliers in the data.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The normality assumption states that the residuals should be normally distributed, while the homoscedasticity assumption states that the variance of the residuals should be constant.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The independence assumption states that the observations should be independent of each other, while the linearity assumption states that the relationship between the variables should be linear.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Understanding these core concepts is crucial for effectively applying linear regression in machine learning.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452976"/>
            <a:ext cx="3749039" cy="25006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Real-World Examples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Linear regression is widely used in economics to model the relationship between economic variables, such as GDP and inflation.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In finance, linear regression is used to predict stock prices and portfolio returns based on historical data.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In engineering, linear regression is used to model the relationship between design parameters and performance metrics, such as fuel efficiency and speed.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In healthcare, linear regression is used to model the relationship between patient outcomes and treatment variables, such as dosage and response.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Linear regression is also used in social sciences to model the relationship between social variables, such as education and income.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These examples illustrate the versatility and applicability of linear regression in various fields.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452976"/>
            <a:ext cx="3749039" cy="2500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Quiz: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What is the primary assumption of linear regression?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What is the purpose of the residual plot in linear regression?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What is the difference between simple and multiple linear regression?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How is the coefficient of determination, R-squared, interpreted?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What is the role of the F-statistic in linear regression?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What is the main limitation of linear regression?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452976"/>
            <a:ext cx="3749039" cy="25006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Summary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Linear regression is a powerful tool for modeling the relationship between variables in machine learning.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Understanding the core concepts, assumptions, and limitations of linear regression is crucial for effective application.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Linear regression has numerous applications in various fields, including economics, finance, engineering, and healthcare.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The coefficient of determination, R-squared, and the F-statistic are essential metrics for evaluating the performance of linear regression models.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Linear regression is a fundamental concept in machine learning, and its understanding is essential for advancing to more complex techniques.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800" b="0"/>
            </a:pPr>
            <a:r>
              <a:t>• By mastering linear regression, you will be well-prepared to tackle more advanced topics in machine learning.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87467"/>
            <a:ext cx="3749039" cy="36317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