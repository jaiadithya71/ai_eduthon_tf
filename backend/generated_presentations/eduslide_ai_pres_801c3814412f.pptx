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Linear Regression in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is a fundamental concept in machine learning, used for predicting continuous outcomes.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It is a supervised learning algorithm, where the model learns from labeled data to make predictions.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has numerous applications in fields such as economics, finance, and social sciences.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This presentation will delve into the core concepts, applications, and examples of linear regression.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By the end of this presentation, you will have a comprehensive understanding of linear regression and its role in machine learning.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Introduction to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is a linear approach to modeling the relationship between a dependent variable and one or more independent variables.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The goal of linear regression is to create a linear equation that best predicts the value of the dependent variable based on the values of the independent variables.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The linear equation is typically represented as y = β0 + β1x + ε, where y is the dependent variable, x is the independent variable, β0 is the intercept, β1 is the slope, and ε is the error term.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The coefficients β0 and β1 are estimated using ordinary least squares (OLS) method, which minimizes the sum of the squared errors.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assumes a linear relationship between the variables, which may not always be the case in real-world scenarios.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Core Concepts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The coefficient of determination (R-squared) measures the proportion of the variance in the dependent variable that is predictable from the independent variable(s).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The F-statistic is used to test the overall significance of the regression model, and the t-statistic is used to test the significance of individual coefficients.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Multicollinearity occurs when two or more independent variables are highly correlated, which can lead to unstable estimates of the regression coefficients.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Heteroscedasticity occurs when the variance of the error term is not constant across all levels of the independent variable, which can lead to inefficient estimates of the regression coefficients.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models can be evaluated using metrics such as mean squared error (MSE) and mean absolute error (MAE).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Real-World Applications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is widely used in finance to predict stock prices, credit scores, and portfolio risk.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In economics, linear regression is used to model the relationship between economic indicators such as GDP, inflation, and unemployment.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In social sciences, linear regression is used to study the relationship between variables such as crime rates, education levels, and socioeconomic status.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is also used in engineering to model the relationship between variables such as temperature, pressure, and flow rate.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In healthcare, linear regression is used to model the relationship between variables such as disease outcomes, treatment options, and patient characteristics.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Linear Regression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What is the primary goal of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What is the difference between simple and multiple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What is the role of the F-statistic in linear regression analysis?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How do you interpret the coefficient of determination (R-squared) in linear regression?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What is the effect of multicollinearity on linear regression models?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Summary of Linear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is a powerful technique for modeling the relationship between variables.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It is widely used in various fields, including finance, economics, social sciences, engineering, and healthcare.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assumes a linear relationship between variables, which may not always be the case in real-world scenarios.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The technique is sensitive to outliers, multicollinearity, and heteroscedasticity, which can affect the accuracy of the results.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500"/>
              </a:spcAft>
              <a:defRPr sz="1700" b="0"/>
            </a:pPr>
            <a:r>
              <a:t>• Linear regression is an essential tool for data analysis and machine learning, and its applications continue to grow and expand.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13968"/>
            <a:ext cx="3566159" cy="2378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