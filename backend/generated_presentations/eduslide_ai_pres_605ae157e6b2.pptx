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Photosynthesis in Plants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Photosynthesis?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Photosynthesis is how plants make food</a:t>
            </a:r>
          </a:p>
          <a:p>
            <a:pPr/>
            <a:r>
              <a:t>It involves sunlight, water, and air</a:t>
            </a:r>
          </a:p>
          <a:p>
            <a:pPr/>
            <a:r>
              <a:t>Plants use energy from sunlight to grow</a:t>
            </a:r>
          </a:p>
          <a:p>
            <a:pPr/>
            <a:r>
              <a:t>This process happens in leaves</a:t>
            </a:r>
          </a:p>
          <a:p>
            <a:pPr/>
            <a:r>
              <a:t>It's essential for plants to survive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Does Photosynthesis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Plants absorb water through their roots</a:t>
            </a:r>
          </a:p>
          <a:p>
            <a:pPr/>
            <a:r>
              <a:t>They take in carbon dioxide from the air</a:t>
            </a:r>
          </a:p>
          <a:p>
            <a:pPr/>
            <a:r>
              <a:t>Sunlight gives them the energy they need</a:t>
            </a:r>
          </a:p>
          <a:p>
            <a:pPr/>
            <a:r>
              <a:t>They release oxygen as a byproduct</a:t>
            </a:r>
          </a:p>
          <a:p>
            <a:pPr/>
            <a:r>
              <a:t>This oxygen is what humans and animals need to breathe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Forests help purify the air we breathe</a:t>
            </a:r>
          </a:p>
          <a:p>
            <a:pPr/>
            <a:r>
              <a:t>Crops grown through photosynthesis feed us</a:t>
            </a:r>
          </a:p>
          <a:p>
            <a:pPr/>
            <a:r>
              <a:t>Aquatic plants support life in oceans and rivers</a:t>
            </a:r>
          </a:p>
          <a:p>
            <a:pPr/>
            <a:r>
              <a:t>Photosynthesis occurs in all green plants</a:t>
            </a:r>
          </a:p>
          <a:p>
            <a:pPr/>
            <a:r>
              <a:t>Even small plants like algae contribute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43740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Photosynthesis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oxygen for humans and animals</a:t>
            </a:r>
          </a:p>
          <a:p>
            <a:pPr/>
            <a:r>
              <a:t>Supports the food chain</a:t>
            </a:r>
          </a:p>
          <a:p>
            <a:pPr/>
            <a:r>
              <a:t>Helps regulate Earth's climate</a:t>
            </a:r>
          </a:p>
          <a:p>
            <a:pPr/>
            <a:r>
              <a:t>Essential for plant growth and development</a:t>
            </a:r>
          </a:p>
          <a:p>
            <a:pPr/>
            <a:r>
              <a:t>Impacts the quality of our air and water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8337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Photosynthesis is how plants make food using sunlight</a:t>
            </a:r>
          </a:p>
          <a:p>
            <a:pPr/>
            <a:r>
              <a:t>It produces oxygen essential for life</a:t>
            </a:r>
          </a:p>
          <a:p>
            <a:pPr/>
            <a:r>
              <a:t>Occurs in all green plants</a:t>
            </a:r>
          </a:p>
          <a:p>
            <a:pPr/>
            <a:r>
              <a:t>Supports the food chain and climate regulation</a:t>
            </a:r>
          </a:p>
          <a:p>
            <a:pPr/>
            <a:r>
              <a:t>Is crucial for life on Earth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