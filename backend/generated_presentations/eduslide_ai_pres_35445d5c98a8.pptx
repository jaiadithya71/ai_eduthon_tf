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Linear Regression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A Technical Deep-Dive for College Students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Overview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Linear Regression is based on the idea of finding a linear relationship between a dependent variable (target variable) and one or more independent variables (features).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linear relationship is modeled using a linear equation, where the coefficients of the independent variables represent the change in the dependent variable for a one-unit change in the independent variable.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goal of Linear Regression is to find the best-fitting linear line that minimizes the sum of the squared errors between the observed and predicted values.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Linear Regression can be simple (one independent variable) or multiple (more than one independent variable), depending on the number of features used in the model.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model is typically evaluated using metrics such as mean squared error, mean absolute error, and R-squared.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Core Concepts and Mathematical Formulations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linear regression equation is typically represented as Y = β0 + β1X + ε, where Y is the dependent variable, X is the independent variable, β0 is the intercept, β1 is the slope, and ε is the error term.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ordinary least squares (OLS) method is commonly used to estimate the coefficients (β0 and β1) of the linear regression model.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OLS method minimizes the sum of the squared errors between the observed and predicted values, providing the best-fitting linear line.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coefficients of the linear regression model can be interpreted as the change in the dependent variable for a one-unit change in the independent variable, while holding all other variables constant.</a:t>
            </a:r>
          </a:p>
          <a:p>
            <a:pPr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model's assumptions, such as linearity, independence, homoscedasticity, normality, and no multicollinearity, must be met to ensure the validity of the results.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0361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Real-World Applications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Linear Regression is widely used in finance to predict stock prices, credit scores, and portfolio returns based on historical data and economic indicators.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In economics, Linear Regression is used to model the relationship between economic variables, such as GDP, inflation, and unemployment rates.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In social sciences, Linear Regression is used to study the relationship between variables, such as the impact of education on income or the effect of advertising on sales.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Linear Regression is also used in engineering to predict continuous outcomes, such as energy consumption or material strength, based on various input factors.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The model's interpretability and simplicity make it a popular choice for many real-world applications.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Quiz: Linear Regression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What is the primary goal of Linear Regression?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What is the difference between simple and multiple Linear Regression?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What is the ordinary least squares (OLS) method used for in Linear Regression?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What are some common applications of Linear Regression in real-world scenarios?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What are some assumptions that must be met for Linear Regression to be valid?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Common 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Linear Regression assumes a linear relationship between the dependent and independent variables, which may not always be the case in real-world scenarios.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The model is sensitive to outliers and non-normality of the error term, which can affect the accuracy of the results.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Multicollinearity between independent variables can lead to unstable estimates of the coefficients and affect the model's interpretability.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Linear Regression can be prone to overfitting, especially when dealing with a large number of independent variables.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The model's simplicity can also be a limitation, as it may not capture complex relationships between variables.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/>
            </a:pPr>
            <a:r>
              <a:t>Summary: Linear Regression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Linear Regression is a fundamental concept in Machine Learning, used for predicting continuous outcomes based on one or more input features.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The model is based on the idea of finding a linear relationship between the dependent and independent variables.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Linear Regression has numerous applications in various fields, including finance, economics, and social sciences.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The model's assumptions, such as linearity, independence, and homoscedasticity, must be met to ensure the validity of the results.</a:t>
            </a:r>
          </a:p>
          <a:p>
            <a:pPr>
              <a:spcAft>
                <a:spcPts val="400"/>
              </a:spcAft>
              <a:defRPr sz="2200">
                <a:solidFill>
                  <a:srgbClr val="000000"/>
                </a:solidFill>
              </a:defRPr>
            </a:pPr>
            <a:r>
              <a:t>• Despite its limitations, Linear Regression remains a widely used and interpretable algorithm in Machine Learning.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937760" cy="3293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