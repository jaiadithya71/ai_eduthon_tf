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/>
            </a:pPr>
            <a:r>
              <a:t>Basics of Cybersecurity for College Students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4937760" cy="32935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/>
            </a:pPr>
            <a:r>
              <a:t>Introduction to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Cybersecurity refers to the practice of protecting digital information, networks, and systems from unauthorized access, use, disclosure, disruption, modification, or destruction.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It involves a set of technologies, processes, and practices designed to safeguard digital assets, such as computers, mobile devices, and data.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Effective cybersecurity measures can help prevent cyberattacks, data breaches, and other online threats, ensuring the confidentiality, integrity, and availability of digital information.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Cybersecurity is a shared responsibility, requiring the collaboration of individuals, organizations, and governments to stay ahead of emerging threats and vulnerabilities.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As college students, you play a critical role in maintaining cybersecurity, as your online activities can impact not only your personal security but also the security of your institution and the broader community.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4937760" cy="32935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/>
            </a:pPr>
            <a:r>
              <a:t>Core Concepts of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The CIA triad is a fundamental concept in cybersecurity, referring to the confidentiality, integrity, and availability of digital information.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Confidentiality ensures that sensitive information is only accessible to authorized individuals, while integrity ensures that data is accurate and not modified without authorization.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Availability ensures that digital information and systems are accessible and usable when needed, with minimal downtime or disruption.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Other key concepts in cybersecurity include authentication, authorization, and encryption, which are used to verify identities, control access, and protect data in transit and at rest.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Understanding these core concepts is essential for developing effective cybersecurity strategies and mitigating online threats.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4937760" cy="32935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/>
            </a:pPr>
            <a:r>
              <a:t>Types of Cyber Threats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Malware is a type of cyber threat that includes viruses, worms, trojans, and ransomware, which can compromise digital systems and steal sensitive information.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Phishing attacks involve tricking individuals into revealing sensitive information, such as passwords or financial data, through deceptive emails, messages, or websites.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Denial-of-service (DoS) and distributed denial-of-service (DDoS) attacks overwhelm digital systems with traffic, making them unavailable to users.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Social engineering attacks manipulate individuals into divulging sensitive information or performing certain actions, such as clicking on malicious links or downloading malware.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Understanding the different types of cyber threats is crucial for developing effective cybersecurity strategies and staying vigilant in the face of evolving threats.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4937760" cy="32935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/>
            </a:pPr>
            <a:r>
              <a:t>Real-World Examples of Cybersecurity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The Equifax data breach in 2017 highlighted the importance of implementing robust cybersecurity measures to protect sensitive information.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The WannaCry ransomware attack in 2017 demonstrated the devastating impact of cyber threats on global healthcare systems and economies.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The use of two-factor authentication (2FA) and multi-factor authentication (MFA) has become increasingly prevalent, as individuals and organizations recognize the importance of verifying identities and controlling access.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The implementation of cybersecurity awareness training programs has helped educate individuals about online threats and best practices for staying safe online.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The development of incident response plans has enabled organizations to respond quickly and effectively to cyber threats, minimizing downtime and damage.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4937760" cy="32935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/>
            </a:pPr>
            <a:r>
              <a:t>Best Practices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Using strong, unique passwords and enabling 2FA or MFA can help prevent unauthorized access to digital systems and data.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Keeping software and operating systems up-to-date with the latest security patches and updates can help mitigate vulnerabilities and prevent cyber threats.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Being cautious when clicking on links or downloading attachments from unknown sources can help prevent malware and phishing attacks.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Using antivirus software and firewalls can help detect and prevent cyber threats, such as malware and DoS attacks.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Regularly backing up important data can help ensure business continuity and minimize the impact of cyber threats.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4771762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/>
            </a:pPr>
            <a:r>
              <a:t>Summary of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Cybersecurity is a critical aspect of our digital lives, requiring a comprehensive approach to protect digital assets.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The CIA triad provides a framework for understanding the key principles of cybersecurity, including confidentiality, integrity, and availability.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Understanding the different types of cyber threats, such as malware and phishing attacks, is crucial for developing effective cybersecurity strategies.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Implementing best practices, such as using strong passwords and keeping software up-to-date, can help mitigate cyber threats.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Staying informed and vigilant in the face of evolving threats is essential for maintaining cybersecurity.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4937760" cy="32935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/>
            </a:pPr>
            <a:r>
              <a:t>Cybersecurity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What is the primary goal of cybersecurity?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What is the CIA triad, and what does it represent?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What is the difference between a virus and a worm?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What is phishing, and how can it be prevented?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What is the importance of keeping software up-to-date?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4937760" cy="32935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