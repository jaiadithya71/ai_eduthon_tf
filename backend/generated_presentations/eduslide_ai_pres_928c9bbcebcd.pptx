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000" b="1"/>
            </a:pPr>
            <a:r>
              <a:t>Photosynthesis: The Green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the process by which plants, algae, and some bacteria convert light energy from the sun into chemical energy in the form of organic compounds, such as glucose.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This process is essential for life on Earth as it provides the primary source of energy for nearly all organisms.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occurs in specialized organelles called chloroplasts, which contain the pigment chlorophyll.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Chlorophyll is responsible for absorbing light energy, which is then used to power the conversion of carbon dioxide and water into glucose and oxygen.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Understanding photosynthesis is crucial for understanding the natural world and our impact on the environment.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In this presentation, we will explore the process of photosynthesis, its importance, and real-world examples of its applications.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26468"/>
            <a:ext cx="3657600" cy="2062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000" b="1"/>
            </a:pPr>
            <a:r>
              <a:t>Introduction to 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a complex process that involves the conversion of light energy into chemical energy through a series of reactions.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overall equation for photosynthesis is: 6 CO2 + 6 H2O + light energy → C6H12O6 (glucose) + 6 O2.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occurs in two stages: the light-dependent reactions and the light-independent reactions (Calvin cycle).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light-dependent reactions involve the absorption of light energy by chlorophyll and the transfer of electrons to generate ATP and NADPH.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Calvin cycle uses the ATP and NADPH produced in the light-dependent reactions to convert CO2 into glucose.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an essential process that supports life on Earth, from the tiniest microbe to the mightiest tree.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437751"/>
            <a:ext cx="3657600" cy="24396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000" b="1"/>
            </a:pPr>
            <a:r>
              <a:t>Light-Dependent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light-dependent reactions occur in the thylakoid membranes of the chloroplast and involve the absorption of light energy by pigments such as chlorophyll.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energy from light is used to generate a high-energy molecule called ATP and a reducing agent called NADPH.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light-dependent reactions involve the transfer of electrons from water to a special molecule called an electron acceptor, resulting in the formation of ATP and NADPH.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light-dependent reactions are essential for the production of ATP and NADPH, which are used in the Calvin cycle to produce glucose.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light-dependent reactions are also responsible for the production of oxygen as a byproduct, which is released into the atmosphere.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Understanding the light-dependent reactions is crucial for understanding the overall process of photosynthesis.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437751"/>
            <a:ext cx="3657600" cy="24396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000" b="1"/>
            </a:pPr>
            <a:r>
              <a:t>Calvin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Calvin cycle is a series of reactions that occur in the stroma of the chloroplast and use the ATP and NADPH produced in the light-dependent reactions to convert CO2 into glucose.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Calvin cycle involves the fixation of CO2 into a three-carbon molecule called 3-phosphoglycerate (3-PGA) via the enzyme RuBisCO.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3-PGA is then reduced to form glyceraldehyde 3-phosphate (G3P) using the ATP and NADPH produced in the light-dependent reactions.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G3P molecules are then used to synthesize glucose through a series of reactions.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Calvin cycle is an essential stage of photosynthesis, where CO2 is converted into glucose, which is used by the plant to grow and develop.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Calvin cycle is also responsible for the production of other organic compounds, such as amino acids and lipids.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441643"/>
            <a:ext cx="3657600" cy="2431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000" b="1"/>
            </a:pPr>
            <a:r>
              <a:t>Real-World Examples of 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not just limited to plants; it also occurs in algae and some bacteria, which are the primary producers of aquatic ecosystems.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Phytoplankton, such as algae and cyanobacteria, are responsible for producing up to 70% of the Earth's oxygen through photosynthesis.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Corals and other marine organisms have symbiotic relationships with photosynthetic algae, which provide them with nutrients and oxygen.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also used in agriculture to produce crops, such as corn and wheat, which are used to feed humans and animals.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Understanding photosynthesis is essential for developing sustainable agriculture practices and reducing our impact on the environment.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also being used in biotechnology to produce biofuels, such as ethanol, and other valuable compounds.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437751"/>
            <a:ext cx="3657600" cy="24396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000" b="1"/>
            </a:pPr>
            <a:r>
              <a:t>Applications of 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being used in biotechnology to produce biofuels, such as ethanol, and other valuable compounds.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Understanding photosynthesis is essential for developing sustainable agriculture practices and reducing our impact on the environment.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also being used to develop new technologies, such as artificial photosynthesis, which could potentially produce clean energy.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an important area of research, with many potential applications in fields such as medicine, agriculture, and energy production.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By understanding photosynthesis, we can develop new strategies for improving crop yields, reducing pesticide use, and promoting sustainable agriculture practices.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a fascinating process that has many potential applications in the real world.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28414"/>
            <a:ext cx="3657600" cy="20583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000" b="1"/>
            </a:pPr>
            <a:r>
              <a:t>Summary of 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the process by which plants, algae, and some bacteria convert light energy into chemical energy.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overall equation for photosynthesis is: 6 CO2 + 6 H2O + light energy → C6H12O6 (glucose) + 6 O2.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occurs in two stages: the light-dependent reactions and the light-independent reactions (Calvin cycle).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light-dependent reactions involve the absorption of light energy and the transfer of electrons to generate ATP and NADPH.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The Calvin cycle uses the ATP and NADPH produced in the light-dependent reactions to convert CO2 into glucose.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Photosynthesis is an essential process that supports life on Earth and has many real-world applications.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437751"/>
            <a:ext cx="3657600" cy="24396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000" b="1"/>
            </a:pPr>
            <a:r>
              <a:t>Quiz: 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What is the overall equation for photosynthesis?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What are the two stages of photosynthesis?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What is the role of chlorophyll in photosynthesis?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What is the byproduct of photosynthesis that is released into the atmosphere?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What is the importance of photosynthesis in supporting life on Earth?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800" b="0"/>
            </a:pPr>
            <a:r>
              <a:t>What are some real-world applications of photosynthesis?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437751"/>
            <a:ext cx="3657600" cy="24396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