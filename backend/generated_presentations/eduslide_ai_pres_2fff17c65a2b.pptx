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photosynthesis for class 10 students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photosynthesis for class 10 students - Part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concept 1</a:t>
            </a:r>
          </a:p>
          <a:p>
            <a:pPr/>
            <a:r>
              <a:t>Key concept 2</a:t>
            </a:r>
          </a:p>
          <a:p>
            <a:pPr/>
            <a:r>
              <a:t>Key concept 3</a:t>
            </a:r>
          </a:p>
          <a:p>
            <a:pPr/>
            <a:r>
              <a:t>Real-world application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0"/>
            <a:ext cx="7772400" cy="62140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photosynthesis for class 10 students - Part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concept 4</a:t>
            </a:r>
          </a:p>
          <a:p>
            <a:pPr/>
            <a:r>
              <a:t>Key concept 5</a:t>
            </a:r>
          </a:p>
          <a:p>
            <a:pPr/>
            <a:r>
              <a:t>Key concept 6</a:t>
            </a:r>
          </a:p>
          <a:p>
            <a:pPr/>
            <a:r>
              <a:t>Real-world application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0"/>
            <a:ext cx="7772400" cy="62140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photosynthesis for class 10 students - Part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concept 7</a:t>
            </a:r>
          </a:p>
          <a:p>
            <a:pPr/>
            <a:r>
              <a:t>Key concept 8</a:t>
            </a:r>
          </a:p>
          <a:p>
            <a:pPr/>
            <a:r>
              <a:t>Key concept 9</a:t>
            </a:r>
          </a:p>
          <a:p>
            <a:pPr/>
            <a:r>
              <a:t>Real-world application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0"/>
            <a:ext cx="7772400" cy="62140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photosynthesis for class 10 students - Part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concept 10</a:t>
            </a:r>
          </a:p>
          <a:p>
            <a:pPr/>
            <a:r>
              <a:t>Key concept 11</a:t>
            </a:r>
          </a:p>
          <a:p>
            <a:pPr/>
            <a:r>
              <a:t>Key concept 12</a:t>
            </a:r>
          </a:p>
          <a:p>
            <a:pPr/>
            <a:r>
              <a:t>Real-world application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0"/>
            <a:ext cx="7772400" cy="62140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 concept overview</a:t>
            </a:r>
          </a:p>
          <a:p>
            <a:pPr/>
            <a:r>
              <a:t>Practical applications</a:t>
            </a:r>
          </a:p>
          <a:p>
            <a:pPr/>
            <a:r>
              <a:t>Important points to remember</a:t>
            </a:r>
          </a:p>
          <a:p>
            <a:pPr/>
            <a:r>
              <a:t>Next steps for learning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0"/>
            <a:ext cx="7772400" cy="62140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