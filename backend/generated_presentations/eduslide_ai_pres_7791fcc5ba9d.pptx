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Linear Regression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a fundamental concept in machine learning, used for predicting continuous outcomes.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It is a supervised learning algorithm that models the relationship between a dependent variable and one or more independent variables.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goal of linear regression is to create a linear equation that best predicts the value of the dependent variable based on the values of the independent variables.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This technique has numerous applications in various fields, including economics, finance, and computer science.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In this presentation, we will delve into the technical aspects of linear regression and explore its applications in real-world scenarios.; By the end of this presentation, students will have a...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Introduction to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based on the concept of simple linear regression, where a single independent variable is used to predict the dependent variable.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equation for simple linear regression is Y = β0 + β1X + ε, where Y is the dependent variable, X is the independent variable, β0 is the intercept, β1 is the slope, and ε is the error term.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Multiple linear regression extends this concept to include more than one independent variable, allowing for more complex relationships to be modeled.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assumptions of linear regression include linearity, independence, homoscedasticity, normality, and no multicollinearity.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It is essential to check these assumptions before applying linear regression to a dataset.; Violations of these assumptions can lead to inaccurate or misleading results.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Core Concepts in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coefficient of determination, R-squared, measures the proportion of variance in the dependent variable that is predictable from the independent variable(s).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F-statistic is used to determine the overall significance of the regression model, testing the null hypothesis that all coefficients are equal to zero.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t-statistic is used to determine the significance of individual coefficients, testing the null hypothesis that a particular coefficient is equal to zero.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Confidence intervals can be constructed for the coefficients and predictions, providing a range of values within which the true value is likely to lie.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The residual plot is a graphical representation of the residuals against the fitted values, used to check for assumptions such as linearity and homoscedasticity.; The Q-Q plot is a graphical...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Real-World Applications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widely used in economics to model the relationship between economic variables, such as the impact of interest rates on inflation.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finance, linear regression is used to predict stock prices and portfolio returns, based on historical data and market trends.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computer science, linear regression is used in applications such as recommender systems, where user preferences are predicted based on their past behavior.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In healthcare, linear regression is used to model the relationship between patient outcomes and treatment variables, such as the effect of medication on blood pressure.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In environmental science, linear regression is used to model the relationship between climate variables, such as the impact of temperature on sea level rise.; These are just a few examples of the...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Common Challenges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One of the common challenges in linear regression is dealing with multicollinearity, where two or more independent variables are highly correlated.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Another challenge is handling non-linear relationships, where the relationship between the independent and dependent variables is not linear.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also sensitive to outliers, which can significantly affect the estimates of the coefficients and the overall fit of the model.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Overfitting and underfitting are also common issues, where the model is either too complex or too simple to capture the underlying relationship.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Regularization techniques, such as Lasso and Ridge regression, can be used to address some of these challenges.; It is essential to carefully evaluate the model and address any issues before making...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Linear Regression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primary assumption of linear regression regarding the relationship between the independent and dependent variables?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purpose of the F-statistic in linear regression?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How can you address multicollinearity in a linear regression model?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What is the difference between overfitting and underfitting in linear regression?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How can you evaluate the goodness of fit of a linear regression model?; What is the role of the residual plot in linear regression?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5980"/>
            <a:ext cx="5303520" cy="3537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Summary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Linear regression is a fundamental concept in machine learning, used for predicting continuous outcomes.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technique is based on the concept of simple linear regression, which can be extended to multiple linear regression.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assumptions of linear regression include linearity, independence, homoscedasticity, normality, and no multicollinearity.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The coefficient of determination, R-squared, measures the proportion of variance in the dependent variable that is predictable from the independent variable(s).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400"/>
              </a:spcAft>
              <a:defRPr sz="1700" b="0"/>
            </a:pPr>
            <a:r>
              <a:t>• Further details: Linear regression has numerous applications in various fields, including economics, finance, and computer science.; Common challenges and limitations include multicollinearity, non-linear...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02893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