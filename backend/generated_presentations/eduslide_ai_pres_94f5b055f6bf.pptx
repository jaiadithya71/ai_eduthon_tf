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Basics of Cybersecurity for College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this presentation, we will explore the fundamental concepts of cybersecurity and their importance for college students.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We will discuss various types of cyber threats, security measures, and best practices to ensure a safe online experience.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By the end of this presentation, you will have a solid understanding of how to protect yourself from cyber attacks and maintain a secure digital presence.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You will also learn about the latest trends and technologies in cybersecurity, including encryption, firewalls, and password management.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This knowledge will enable you to make informed decisions about your online activities and take steps to safeguard your personal data.; Additionally, we will examine the role of cybersecurity 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Introduction to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Cybersecurity refers to the practice of protecting digital information, networks, and systems from unauthorized access, use, disclosure, disruption, modification, or destruction.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involves a set of technologies, processes, and practices designed to safeguard digital assets from various types of cyber threats, including malware, phishing, and denial-of-service attacks.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importance of cybersecurity cannot be overstated, as it affects not only individuals but also organizations, governments, and the economy as a whole.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A robust cybersecurity system is essential for maintaining confidentiality, integrity, and availability of digital information.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It also requires a deep understanding of human behavior, as many cyber attacks rely on social engineering tactics to trick users into divulging sensitive information.; Moreover, cybersecurity is an...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Core Concepts of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One of the core concepts of cybersecurity is the CIA triad, which stands for confidentiality, integrity, and availability.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Confidentiality refers to the protection of sensitive information from unauthorized access, while integrity ensures that data is accurate and not modified without authorization.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Availability refers to the ability to access data and systems when needed, and it's essential for maintaining business continuity and productivity.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Another crucial concept is the principle of least privilege, which states that users should only have access to the resources and data necessary to perform their tasks.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This principle helps to reduce the attack surface and prevent lateral movement in case of a security breach.; Additionally, cybersecurity relies on various security controls, including firewalls,...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Real-World Applications of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Cybersecurity has numerous real-world applications, including online banking and financial transactions, which require secure authentication and encryption to protect sensitive information.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E-commerce websites also rely on cybersecurity measures to safeguard customer data and prevent fraud.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the healthcare industry, cybersecurity is critical for protecting patient records and medical research data, which are highly sensitive and valuable.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Moreover, cybersecurity plays a vital role in the energy sector, where a security breach could have catastrophic consequences for the power grid and national security.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The transportation sector also depends on cybersecurity to ensure the safe operation of autonomous vehicles and prevent hacking incidents.; Furthermore, cybersecurity is essential for maintaining the...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Best Practices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To maintain good cybersecurity hygiene, it's essential to use strong and unique passwords for all accounts, and enable two-factor authentication whenever possible.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Keeping software and operating systems up to date is also crucial, as updates often include security patches and bug fixes.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Using antivirus software and a firewall can help protect against malware and unauthorized access.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Being cautious when clicking on links or opening email attachments from unknown sources is also vital, as these can be phishing attempts or malware vectors.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Regularly backing up important data can help prevent losses in case of a security breach or system failure.; Additionally, using a virtual private network (VPN) can help encrypt internet traffic and...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Cybersecurity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primary goal of a firewall in a network?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Which type of malware is designed to demand payment in exchange for restoring access to data?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term for a type of attack that involves tricking users into divulging sensitive information?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Which security control is designed to detect and prevent intrusion attempts?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What is the purpose of encryption in cybersecurity?; Which type of password is considered the most secure?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Summary of Cybersecurity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this presentation, we covered the fundamental concepts of cybersecurity, including the CIA triad, security controls, and best practices.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We also explored real-world applications of cybersecurity and examined the importance of staying informed and adapting to the changing landscape.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Cybersecurity is a shared responsibility that requires the active participation of individuals, organizations, and governments.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By following best practices and staying vigilant, we can reduce the risk of cyber attacks and maintain a secure digital presence.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Remember, cybersecurity is an ongoing process that requires continuous learning and improvement.; Stay safe online, and thank you for your attention!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