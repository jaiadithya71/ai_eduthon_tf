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Photosynthesis: The Green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Welcome to the world of photosynthesis, where plants, algae, and some bacteria produce their own food using sunlight, water, and carbon dioxide.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This process is essential for life on Earth, providing oxygen and organic compounds for all living organisms.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In this presentation, we will explore the concept of photosynthesis, its importance, and real-world examples.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By the end of this presentation, you will have a deeper understanding of this vital process and its impact on our environment.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Introduction to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the process by which green plants, algae, and some bacteria convert light energy from the sun into chemical energy in the form of organic compounds.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This process occurs in specialized organelles called chloroplasts, which contain pigments such as chlorophyll that absorb light energy.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The overall equation for photosynthesis is 6 CO2 + 6 H2O + light energy → C6H12O6 (glucose) + 6 O2.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an essential process that supports life on Earth, providing energy and organic compounds for food chains and ecosystems.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The Process of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The process of photosynthesis occurs in two stages: the light-dependent reactions and the light-independent reactions (Calvin cycle).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In the light-dependent reactions, light energy is absorbed by pigments and converted into ATP and NADPH.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The Calvin cycle uses the ATP and NADPH produced in the light-dependent reactions to convert CO2 into glucose.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The overall process of photosynthesis requires water, carbon dioxide, and light energy, and produces glucose and oxygen as byproducts.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Importance of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essential for life on Earth, providing oxygen for aerobic respiration and organic compounds for food chains and ecosystems.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supports the food chain by producing energy-rich molecules that are consumed by herbivores and eventually by carnivores.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also plays a critical role in regulating Earth's climate, removing CO2 from the atmosphere and releasing O2.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In addition, photosynthesis is the basis for many industrial processes, including the production of biofuels, pharmaceuticals, and other chemicals.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Real-World Examples of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Agriculture relies heavily on photosynthesis, with crops such as corn, wheat, and soybeans producing energy-rich molecules through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Forests and other ecosystems also depend on photosynthesis, with trees and other plants producing oxygen and organic compounds.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used in aquaculture, where algae and other aquatic plants produce food for fish and other aquatic organisms.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In addition, photosynthesis is being explored as a potential source of biofuels, with scientists researching ways to harness the energy from photosynthesis to power vehicles and other machines.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Challenges and Limitations of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limited by factors such as light intensity, temperature, and water availability, which can affect the rate of photosynthesis.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In addition, photosynthesis can be affected by environmental stressors such as drought, pollution, and climate change.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Scientists are working to improve the efficiency of photosynthesis, using techniques such as genetic engineering and precision agriculture.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Understanding the challenges and limitations of photosynthesis can help us develop strategies to optimize this process and improve crop yields.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9968"/>
            <a:ext cx="5120640" cy="3421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Photosynthesis Quiz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What is the overall equation for photosynthesis?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What is the role of chlorophyll in photosynthesis?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What are the two stages of photosynthesis?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What is the importance of photosynthesis for life on Earth?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2850"/>
                </a:solidFill>
              </a:defRPr>
            </a:pPr>
            <a:r>
              <a:t>Summary of Photosynthesis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286000" cy="73152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the process by which green plants, algae, and some bacteria produce their own food using sunlight, water, and carbon dioxide.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The process of photosynthesis occurs in two stages: the light-dependent reactions and the light-independent reactions (Calvin cycle).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Photosynthesis is essential for life on Earth, providing oxygen and organic compounds for food chains and ecosystems.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800" b="0">
                <a:solidFill>
                  <a:srgbClr val="23232D"/>
                </a:solidFill>
              </a:defRPr>
            </a:pPr>
            <a:r>
              <a:t>• Understanding photosynthesis can help us develop strategies to optimize this process and improve crop yields, as well as address environmental challenges such as climate change.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2692"/>
            <a:ext cx="5120640" cy="3415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