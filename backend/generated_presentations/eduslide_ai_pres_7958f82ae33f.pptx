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in plants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in plants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</a:t>
            </a:r>
          </a:p>
          <a:p>
            <a:pPr/>
            <a:r>
              <a:t>Key concept 2</a:t>
            </a:r>
          </a:p>
          <a:p>
            <a:pPr/>
            <a:r>
              <a:t>Key concept 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in plants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4</a:t>
            </a:r>
          </a:p>
          <a:p>
            <a:pPr/>
            <a:r>
              <a:t>Key concept 5</a:t>
            </a:r>
          </a:p>
          <a:p>
            <a:pPr/>
            <a:r>
              <a:t>Key concept 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in plants –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7</a:t>
            </a:r>
          </a:p>
          <a:p>
            <a:pPr/>
            <a:r>
              <a:t>Key concept 8</a:t>
            </a:r>
          </a:p>
          <a:p>
            <a:pPr/>
            <a:r>
              <a:t>Key concept 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in plants –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10</a:t>
            </a:r>
          </a:p>
          <a:p>
            <a:pPr/>
            <a:r>
              <a:t>Key concept 11</a:t>
            </a:r>
          </a:p>
          <a:p>
            <a:pPr/>
            <a:r>
              <a:t>Key concept 12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idea of photosynthesis in plants</a:t>
            </a:r>
          </a:p>
          <a:p>
            <a:pPr/>
            <a:r>
              <a:t>Most important concepts</a:t>
            </a:r>
          </a:p>
          <a:p>
            <a:pPr/>
            <a:r>
              <a:t>How this connects to real life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