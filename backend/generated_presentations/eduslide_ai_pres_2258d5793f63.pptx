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Photosynthesis: The Green Miracle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>
                <a:solidFill>
                  <a:srgbClr val="000000"/>
                </a:solidFill>
              </a:defRPr>
            </a:pPr>
            <a:r>
              <a:t>• Photosynthesis is the process by which plants, algae, and some bacteria convert light energy from the sun into chemical energy in the form of organic compounds, such as glucose.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>
                <a:solidFill>
                  <a:srgbClr val="000000"/>
                </a:solidFill>
              </a:defRPr>
            </a:pPr>
            <a:r>
              <a:t>• This process is essential for life on Earth as it provides the primary source of energy for nearly all organisms.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>
                <a:solidFill>
                  <a:srgbClr val="000000"/>
                </a:solidFill>
              </a:defRPr>
            </a:pPr>
            <a:r>
              <a:t>• Photosynthesis occurs in specialized organelles called chloroplasts, which are present in plant cells.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>
                <a:solidFill>
                  <a:srgbClr val="000000"/>
                </a:solidFill>
              </a:defRPr>
            </a:pPr>
            <a:r>
              <a:t>• The overall equation for photosynthesis is 6 CO2 + 6 H2O + light energy → C6H12O6 (glucose) + 6 O2.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>
                <a:solidFill>
                  <a:srgbClr val="000000"/>
                </a:solidFill>
              </a:defRPr>
            </a:pPr>
            <a:r>
              <a:t>• Understanding photosynthesis is crucial for appreciating the interconnectedness of our ecosystem and the importance of preserving plant life.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25980"/>
            <a:ext cx="5303520" cy="3537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Introduction to Photosynthesis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>
                <a:solidFill>
                  <a:srgbClr val="000000"/>
                </a:solidFill>
              </a:defRPr>
            </a:pPr>
            <a:r>
              <a:t>• The process of photosynthesis can be divided into two main stages: the light-dependent reactions and the light-independent reactions (Calvin cycle).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>
                <a:solidFill>
                  <a:srgbClr val="000000"/>
                </a:solidFill>
              </a:defRPr>
            </a:pPr>
            <a:r>
              <a:t>• The light-dependent reactions occur in the thylakoid membranes of the chloroplast and involve the conversion of light energy into ATP and NADPH.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>
                <a:solidFill>
                  <a:srgbClr val="000000"/>
                </a:solidFill>
              </a:defRPr>
            </a:pPr>
            <a:r>
              <a:t>• The Calvin cycle takes place in the stroma of the chloroplast and uses the ATP and NADPH produced in the light-dependent reactions to convert CO2 into glucose.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>
                <a:solidFill>
                  <a:srgbClr val="000000"/>
                </a:solidFill>
              </a:defRPr>
            </a:pPr>
            <a:r>
              <a:t>• Water is absorbed by the roots and transported to the leaves, where it is used in the photosynthetic process.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>
                <a:solidFill>
                  <a:srgbClr val="000000"/>
                </a:solidFill>
              </a:defRPr>
            </a:pPr>
            <a:r>
              <a:t>• Oxygen is released as a byproduct of photosynthesis and is essential for the survival of most living organisms.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25980"/>
            <a:ext cx="5303520" cy="3537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Core Concepts of Photosynthesis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>
                <a:solidFill>
                  <a:srgbClr val="000000"/>
                </a:solidFill>
              </a:defRPr>
            </a:pPr>
            <a:r>
              <a:t>• Chlorophyll, a green pigment found in chloroplasts, plays a critical role in absorbing light energy for photosynthesis.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>
                <a:solidFill>
                  <a:srgbClr val="000000"/>
                </a:solidFill>
              </a:defRPr>
            </a:pPr>
            <a:r>
              <a:t>• Other pigments, such as carotenoids and phycobiliproteins, also contribute to the absorption of light energy and the protection of the plant from excessive light.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>
                <a:solidFill>
                  <a:srgbClr val="000000"/>
                </a:solidFill>
              </a:defRPr>
            </a:pPr>
            <a:r>
              <a:t>• The structure of the chloroplast, including the thylakoid membranes and stroma, is optimized for the efficient capture of light energy and the conversion of CO2 into glucose.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>
                <a:solidFill>
                  <a:srgbClr val="000000"/>
                </a:solidFill>
              </a:defRPr>
            </a:pPr>
            <a:r>
              <a:t>• Factors such as light intensity, temperature, water availability, and CO2 concentration can affect the rate of photosynthesis.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>
                <a:solidFill>
                  <a:srgbClr val="000000"/>
                </a:solidFill>
              </a:defRPr>
            </a:pPr>
            <a:r>
              <a:t>• Understanding these core concepts is essential for appreciating the complexity and importance of photosynthesis in our ecosystem.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25980"/>
            <a:ext cx="5303520" cy="3537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Real-World Examples and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>
                <a:solidFill>
                  <a:srgbClr val="000000"/>
                </a:solidFill>
              </a:defRPr>
            </a:pPr>
            <a:r>
              <a:t>• Agriculture relies heavily on photosynthesis, as crops such as corn, wheat, and soybeans are the primary producers in many ecosystems.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>
                <a:solidFill>
                  <a:srgbClr val="000000"/>
                </a:solidFill>
              </a:defRPr>
            </a:pPr>
            <a:r>
              <a:t>• Forests, which cover about 30% of the Earth's land surface, are vast repositories of biodiversity and play a critical role in the global carbon cycle through photosynthesis.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>
                <a:solidFill>
                  <a:srgbClr val="000000"/>
                </a:solidFill>
              </a:defRPr>
            </a:pPr>
            <a:r>
              <a:t>• Algae and cyanobacteria, which are capable of photosynthesis, are being explored for their potential in biofuel production and wastewater treatment.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>
                <a:solidFill>
                  <a:srgbClr val="000000"/>
                </a:solidFill>
              </a:defRPr>
            </a:pPr>
            <a:r>
              <a:t>• Understanding photosynthesis is also essential for addressing environmental issues such as climate change, deforestation, and pollution.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>
                <a:solidFill>
                  <a:srgbClr val="000000"/>
                </a:solidFill>
              </a:defRPr>
            </a:pPr>
            <a:r>
              <a:t>• By appreciating the importance of photosynthesis, we can work towards developing sustainable practices that preserve and protect our planet's natural resources.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25980"/>
            <a:ext cx="5303520" cy="3537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Photosynthesis in Everyday Life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>
                <a:solidFill>
                  <a:srgbClr val="000000"/>
                </a:solidFill>
              </a:defRPr>
            </a:pPr>
            <a:r>
              <a:t>• The oxygen we breathe is a direct result of photosynthesis, highlighting the intimate connection between human life and the natural world.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>
                <a:solidFill>
                  <a:srgbClr val="000000"/>
                </a:solidFill>
              </a:defRPr>
            </a:pPr>
            <a:r>
              <a:t>• Many of the foods we eat, including fruits, vegetables, and grains, are produced through photosynthesis.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>
                <a:solidFill>
                  <a:srgbClr val="000000"/>
                </a:solidFill>
              </a:defRPr>
            </a:pPr>
            <a:r>
              <a:t>• Photosynthesis also influences the Earth's climate, as it removes CO2 from the atmosphere and releases oxygen, which helps regulate the planet's temperature.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>
                <a:solidFill>
                  <a:srgbClr val="000000"/>
                </a:solidFill>
              </a:defRPr>
            </a:pPr>
            <a:r>
              <a:t>• In addition, photosynthesis supports the aquatic food chain, as phytoplankton and other aquatic plants produce energy through photosynthesis, which is then consumed by zooplankton and other animals.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>
                <a:solidFill>
                  <a:srgbClr val="000000"/>
                </a:solidFill>
              </a:defRPr>
            </a:pPr>
            <a:r>
              <a:t>• By recognizing the significance of photosynthesis in our daily lives, we can foster a deeper appreciation for the natural world and our place within it.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25980"/>
            <a:ext cx="5303520" cy="3537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Photosynthesis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>
                <a:solidFill>
                  <a:srgbClr val="000000"/>
                </a:solidFill>
              </a:defRPr>
            </a:pPr>
            <a:r>
              <a:t>• What is the primary function of chlorophyll in photosynthesis?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>
                <a:solidFill>
                  <a:srgbClr val="000000"/>
                </a:solidFill>
              </a:defRPr>
            </a:pPr>
            <a:r>
              <a:t>• Which stage of photosynthesis produces ATP and NADPH?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>
                <a:solidFill>
                  <a:srgbClr val="000000"/>
                </a:solidFill>
              </a:defRPr>
            </a:pPr>
            <a:r>
              <a:t>• What is the byproduct of photosynthesis that is essential for human life?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>
                <a:solidFill>
                  <a:srgbClr val="000000"/>
                </a:solidFill>
              </a:defRPr>
            </a:pPr>
            <a:r>
              <a:t>• Which of the following is an example of an organism that undergoes photosynthesis?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>
                <a:solidFill>
                  <a:srgbClr val="000000"/>
                </a:solidFill>
              </a:defRPr>
            </a:pPr>
            <a:r>
              <a:t>• What is the overall equation for photosynthesis?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25980"/>
            <a:ext cx="5303520" cy="3537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Summary of Photosynthesis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>
                <a:solidFill>
                  <a:srgbClr val="000000"/>
                </a:solidFill>
              </a:defRPr>
            </a:pPr>
            <a:r>
              <a:t>• Photosynthesis is the process by which plants, algae, and some bacteria convert light energy into chemical energy.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>
                <a:solidFill>
                  <a:srgbClr val="000000"/>
                </a:solidFill>
              </a:defRPr>
            </a:pPr>
            <a:r>
              <a:t>• The process involves the conversion of CO2 and H2O into glucose and O2, using energy from sunlight.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>
                <a:solidFill>
                  <a:srgbClr val="000000"/>
                </a:solidFill>
              </a:defRPr>
            </a:pPr>
            <a:r>
              <a:t>• Chlorophyll and other pigments play a crucial role in absorbing light energy for photosynthesis.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>
                <a:solidFill>
                  <a:srgbClr val="000000"/>
                </a:solidFill>
              </a:defRPr>
            </a:pPr>
            <a:r>
              <a:t>• Factors such as light intensity, temperature, and water availability can affect the rate of photosynthesis.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>
                <a:solidFill>
                  <a:srgbClr val="000000"/>
                </a:solidFill>
              </a:defRPr>
            </a:pPr>
            <a:r>
              <a:t>• Understanding photosynthesis is essential for appreciating the importance of preserving plant life and addressing environmental issues.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25980"/>
            <a:ext cx="5303520" cy="3537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