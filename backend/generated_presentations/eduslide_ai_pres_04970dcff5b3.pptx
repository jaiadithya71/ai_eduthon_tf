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Linear Regression in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Linear regression is a fundamental concept in machine learning, used for predicting continuous outcomes.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It is a supervised learning algorithm that learns from labeled data to make predictions on new, unseen data.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Linear regression has numerous applications in fields such as economics, finance, and engineering.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In this presentation, we will delve into the core concepts, applications, and examples of linear regression.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We will also explore the mathematical foundations and computational aspects of linear regression.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64210"/>
            <a:ext cx="5303520" cy="3261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Introduction to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Linear regression is a linear approach to modeling the relationship between a dependent variable and one or more independent variables.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The goal of linear regression is to create a linear equation that best predicts the value of the dependent variable based on the values of the independent variables.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Linear regression assumes a linear relationship between the variables, which can be represented by a straight line.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The linear equation is typically represented in the form of y = β0 + β1x + ε, where y is the dependent variable, x is the independent variable, β0 is the intercept, β1 is the slope, and ε is the...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The coefficients β0 and β1 are estimated using ordinary least squares (OLS) method, which minimizes the sum of the squared errors.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25980"/>
            <a:ext cx="5303520" cy="3537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Core Concepts in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The coefficient of determination (R-squared) measures the proportion of the variance in the dependent variable that is predictable from the independent variable.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The F-statistic is used to determine the significance of the regression model, and the p-value is used to determine the significance of the coefficients.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The residuals are the differences between the observed and predicted values, and they are used to evaluate the model's performance.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The variance inflation factor (VIF) is used to detect multicollinearity, which occurs when two or more independent variables are highly correlated.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Regularization techniques, such as L1 and L2 regularization, are used to prevent overfitting by adding a penalty term to the loss function.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23159"/>
            <a:ext cx="5303520" cy="35432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Real-World Applications of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Linear regression is used in finance to predict stock prices, credit scores, and portfolio risk.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In economics, linear regression is used to model the relationship between economic variables, such as GDP, inflation, and unemployment.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In engineering, linear regression is used to model the relationship between physical variables, such as temperature, pressure, and flow rate.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In healthcare, linear regression is used to predict patient outcomes, such as disease progression and treatment response.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In marketing, linear regression is used to predict customer behavior, such as purchase likelihood and customer lifetime value.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25980"/>
            <a:ext cx="5303520" cy="3537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Assumptions and Limitations of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Linear regression assumes a linear relationship between the variables, which may not always be the case.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Linear regression assumes that the residuals are normally distributed, which may not always be the case.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Linear regression assumes that the residuals have constant variance, which may not always be the case.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Linear regression is sensitive to outliers, which can affect the model's performance.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Linear regression can be prone to overfitting, especially when dealing with high-dimensional data.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95241"/>
            <a:ext cx="5303520" cy="31990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Linear Regression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What is the primary goal of linear regression?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What is the difference between simple and multiple linear regression?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What is the role of the coefficient of determination (R-squared) in linear regression?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What is the purpose of regularization techniques in linear regression?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What is the effect of multicollinearity on the model's performance?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06705"/>
            <a:ext cx="5303520" cy="39761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Common Challenges in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Dealing with missing values, which can affect the model's performance and accuracy.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Handling high-dimensional data, which can lead to overfitting and poor model performance.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Addressing non-linear relationships, which can require the use of non-linear models or transformations.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Dealing with outliers, which can affect the model's performance and accuracy.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Interpreting the results, which requires a deep understanding of the model and its limitations.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25980"/>
            <a:ext cx="5303520" cy="3537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Summary of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Linear regression is a widely used algorithm in machine learning for predicting continuous outcomes.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It assumes a linear relationship between the variables and uses ordinary least squares (OLS) method to estimate the coefficients.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Linear regression has numerous applications in various fields, including finance, economics, engineering, and healthcare.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It is essential to understand the assumptions and limitations of linear regression to apply it effectively.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Regularization techniques and model evaluation metrics are crucial for preventing overfitting and evaluating the model's performance.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25980"/>
            <a:ext cx="5303520" cy="3537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