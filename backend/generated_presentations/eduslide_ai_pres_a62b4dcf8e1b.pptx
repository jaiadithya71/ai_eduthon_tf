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fundamental concept in machine learning, used for predicting continuous outcomes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is a supervised learning algorithm that learns from labeled data to make predictions on new, unseen data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goal of linear regression is to find the best-fitting linear line that minimizes the difference between predicted and actual values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has numerous applications in fields such as economics, finance, and engineering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Linear regression is a simple yet powerful tool for data analysis and modeling; It provides a foundation for understanding more complex machine learning algorithms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64210"/>
            <a:ext cx="5303520" cy="326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based on the idea that a linear relationship exists between a dependent variable and one or more independent variables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linear regression equation is typically represented as Y = β0 + β1X + ε, where Y is the dependent variable, X is the independent variable, β0 is the intercept, β1 is the slope, and ε is the error...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coefficients β0 and β1 are estimated using ordinary least squares (OLS) method, which minimizes the sum of the squared errors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that the data is normally distributed, and the relationship between the variables is linear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It also assumes that the variance of the errors is constant across all levels of the independent variable; These assumptions are important to ensure the validity and reliability of the linear...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0289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Core Concepts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 of determination (R-squared) measures the proportion of the variance in the dependent variable that is predictable from the independent variable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F-statistic is used to determine the overall significance of the regression model, and the t-statistic is used to determine the significance of individual coefficients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residuals are the differences between the observed and predicted values, and they are used to evaluate the fit of the model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residual plot is a graphical representation of the residuals, and it is used to check for non-linearity and heteroscedasticity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The multicollinearity problem occurs when two or more independent variables are highly correlated, and it can lead to unstable estimates of the coefficients; Regularization techniques, such as L1 and...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widely used in economics to model the relationship between economic variables, such as GDP and inflation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finance, linear regression is used to predict stock prices and portfolio returns, and to estimate the risk of investment portfolios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engineering, linear regression is used to model the relationship between design variables and performance metrics, such as fuel efficiency and speed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healthcare, linear regression is used to model the relationship between patient outcomes and treatment variables, such as dosage and response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Linear regression is also used in social sciences to model the relationship between social variables, such as crime rates and socioeconomic factors; It is a versatile tool that can be applied to a...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Challenges and Limitations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assumes a linear relationship between the variables, which may not always be the case in real-world problems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Non-linearity and heteroscedasticity can lead to biased and inaccurate estimates of the coefficients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Multicollinearity can lead to unstable estimates of the coefficients and make it difficult to interpret the results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sensitive to outliers and missing values, which can affect the accuracy of the model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It is also sensitive to the choice of independent variables, and the model can be improved by selecting the most relevant variables; Regularization techniques and other methods can be used to address...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primary assumption of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purpose of regularization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How is the coefficient of determination (R-squared) interpreted?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difference between a simple and multiple linear regression model?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How can non-linearity and heteroscedasticity be addressed in linear regression?; What is the role of the F-statistic in linear regression?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Summary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powerful tool for predicting continuous outcomes and understanding the relationships between variables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is based on the assumption of a linear relationship between the variables, and it uses ordinary least squares (OLS) method to estimate the coefficients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 of determination (R-squared) measures the proportion of the variance in the dependent variable that is predictable from the independent variable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has numerous applications in fields such as economics, finance, engineering, and healthcare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However, it is not without its challenges and limitations, including non-linearity, multicollinearity, and sensitivity to outliers and missing values; Regularization techniques and other methods can...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06705"/>
            <a:ext cx="5303520" cy="3976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