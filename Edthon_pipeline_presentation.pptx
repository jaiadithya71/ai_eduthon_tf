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lice" charset="1" panose="00000500000000000000"/>
      <p:regular r:id="rId18"/>
    </p:embeddedFont>
    <p:embeddedFont>
      <p:font typeface="Alice Bold" charset="1" panose="00000500000000000000"/>
      <p:regular r:id="rId19"/>
    </p:embeddedFont>
    <p:embeddedFont>
      <p:font typeface="Dynapuff Condensed" charset="1" panose="00000000000000000000"/>
      <p:regular r:id="rId20"/>
    </p:embeddedFont>
    <p:embeddedFont>
      <p:font typeface="Dynapuff Condensed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24070083-bit/-Arya-Chighare" TargetMode="External" Type="http://schemas.openxmlformats.org/officeDocument/2006/relationships/hyperlink"/><Relationship Id="rId3" Target="https://github.com/24070083-bit/-Arya-Chighare" TargetMode="External" Type="http://schemas.openxmlformats.org/officeDocument/2006/relationships/hyperlink"/><Relationship Id="rId4" Target="https://github.com/24070083-bit/-Arya-Chighar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261" y="667750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51249" y="6325078"/>
            <a:ext cx="9592418" cy="64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2"/>
              </a:lnSpc>
              <a:spcBef>
                <a:spcPct val="0"/>
              </a:spcBef>
            </a:pPr>
            <a:r>
              <a:rPr lang="en-US" sz="3554" spc="106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Presented by:- Team Name - TechnoSquad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2605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77385" y="2276953"/>
            <a:ext cx="11114245" cy="462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4310" spc="129" u="sng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SKILLMATCH SLIDES:</a:t>
            </a:r>
            <a:r>
              <a:rPr lang="en-US" sz="4310" spc="12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AI-POWERED PERSONALIZED PRESENTATION GENERATOR FOR TEACHERS</a:t>
            </a:r>
          </a:p>
          <a:p>
            <a:pPr algn="l">
              <a:lnSpc>
                <a:spcPts val="5173"/>
              </a:lnSpc>
            </a:pPr>
          </a:p>
          <a:p>
            <a:pPr algn="l">
              <a:lnSpc>
                <a:spcPts val="5173"/>
              </a:lnSpc>
            </a:pPr>
            <a:r>
              <a:rPr lang="en-US" sz="4310" spc="129" u="sng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TAGLINE : FROM A SIMPLE PROMPT TO A COMPLETE SLIDE DECK — INSTANTLY</a:t>
            </a:r>
            <a:r>
              <a:rPr lang="en-US" sz="4310" spc="12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l" marL="0" indent="0" lvl="0">
              <a:lnSpc>
                <a:spcPts val="5701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41811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07224" y="7680297"/>
            <a:ext cx="11929222" cy="172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2"/>
              </a:lnSpc>
            </a:pPr>
            <a:r>
              <a:rPr lang="en-US" sz="3054" spc="91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veeresh devadhar - Frontend Developer and Data Analyst.</a:t>
            </a:r>
          </a:p>
          <a:p>
            <a:pPr algn="l">
              <a:lnSpc>
                <a:spcPts val="4582"/>
              </a:lnSpc>
            </a:pPr>
            <a:r>
              <a:rPr lang="en-US" sz="3054" spc="91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Arya Chighare - Machine Learning and Backend Developer.</a:t>
            </a:r>
          </a:p>
          <a:p>
            <a:pPr algn="l" marL="0" indent="0" lvl="0">
              <a:lnSpc>
                <a:spcPts val="4582"/>
              </a:lnSpc>
              <a:spcBef>
                <a:spcPct val="0"/>
              </a:spcBef>
            </a:pPr>
            <a:r>
              <a:rPr lang="en-US" sz="3054" spc="91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Jaiaditya - Python, Data Science and Frontend Developer.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1249" y="731068"/>
            <a:ext cx="942180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  <a:spcBef>
                <a:spcPct val="0"/>
              </a:spcBef>
            </a:pPr>
            <a:r>
              <a:rPr lang="en-US" sz="65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THEME: AI ED</a:t>
            </a:r>
            <a:r>
              <a:rPr lang="en-US" sz="65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UCATOR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0509" y="296906"/>
            <a:ext cx="1266034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THE</a:t>
            </a: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CORE &amp; TECHNICAL CHALLENGE</a:t>
            </a:r>
          </a:p>
        </p:txBody>
      </p:sp>
      <p:sp>
        <p:nvSpPr>
          <p:cNvPr name="AutoShape 5" id="5"/>
          <p:cNvSpPr/>
          <p:nvPr/>
        </p:nvSpPr>
        <p:spPr>
          <a:xfrm>
            <a:off x="3363365" y="12763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0" y="1666875"/>
            <a:ext cx="18288000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03351" indent="-701675" lvl="1">
              <a:lnSpc>
                <a:spcPts val="7800"/>
              </a:lnSpc>
              <a:buFont typeface="Arial"/>
              <a:buChar char="•"/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TEACHERS WASTE HOURS CREATING PRESENTATIONS.</a:t>
            </a:r>
          </a:p>
          <a:p>
            <a:pPr algn="ctr" marL="1403351" indent="-701675" lvl="1">
              <a:lnSpc>
                <a:spcPts val="7800"/>
              </a:lnSpc>
              <a:buFont typeface="Arial"/>
              <a:buChar char="•"/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EXISTING TOOLS ARE MANUAL, TIME-CONSUMING, AND NOT PERSONALIZED.</a:t>
            </a:r>
          </a:p>
          <a:p>
            <a:pPr algn="ctr" marL="1403351" indent="-701675" lvl="1">
              <a:lnSpc>
                <a:spcPts val="7800"/>
              </a:lnSpc>
              <a:buFont typeface="Arial"/>
              <a:buChar char="•"/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HARD TO ADJUST DEPTH FOR SCHOOL/COLLEGE, FIND VISUALS, OR SIMPLIFY CONTENT.</a:t>
            </a:r>
          </a:p>
          <a:p>
            <a:pPr algn="ctr" marL="1403351" indent="-701675" lvl="1">
              <a:lnSpc>
                <a:spcPts val="7800"/>
              </a:lnSpc>
              <a:buFont typeface="Arial"/>
              <a:buChar char="•"/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NEED AN AI THAT CREATES SLIDES — STRUCTURED, VISUAL, AND AUDIENCE-SPECIFIC.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37781" y="-422939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0" y="0"/>
                </a:lnTo>
                <a:lnTo>
                  <a:pt x="5040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256" y="700862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6213" y="8318358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6" y="0"/>
                </a:lnTo>
                <a:lnTo>
                  <a:pt x="2369826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2420" y="1162050"/>
            <a:ext cx="13519912" cy="8440101"/>
          </a:xfrm>
          <a:custGeom>
            <a:avLst/>
            <a:gdLst/>
            <a:ahLst/>
            <a:cxnLst/>
            <a:rect r="r" b="b" t="t" l="l"/>
            <a:pathLst>
              <a:path h="8440101" w="13519912">
                <a:moveTo>
                  <a:pt x="0" y="0"/>
                </a:moveTo>
                <a:lnTo>
                  <a:pt x="13519912" y="0"/>
                </a:lnTo>
                <a:lnTo>
                  <a:pt x="13519912" y="8440101"/>
                </a:lnTo>
                <a:lnTo>
                  <a:pt x="0" y="8440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2671" y="410293"/>
            <a:ext cx="8438608" cy="7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SOLUTION OVERVIEW</a:t>
            </a:r>
          </a:p>
        </p:txBody>
      </p:sp>
      <p:sp>
        <p:nvSpPr>
          <p:cNvPr name="AutoShape 8" id="8"/>
          <p:cNvSpPr/>
          <p:nvPr/>
        </p:nvSpPr>
        <p:spPr>
          <a:xfrm>
            <a:off x="1525855" y="11620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086181" y="2363275"/>
            <a:ext cx="6610127" cy="598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SKILLMATCH SLIDES AUTOMATICALLY GENERATES: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SLIDE TITLES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EXPLANATIONS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IMAGES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EXAMPLES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SPEAKER NOTES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QUIZ QUESTIONS</a:t>
            </a: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</a:p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44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BASED ON ONE PROMPT GIVEN BY A TEACHER.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5089" y="1340085"/>
            <a:ext cx="12951991" cy="88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36"/>
              </a:lnSpc>
              <a:spcBef>
                <a:spcPct val="0"/>
              </a:spcBef>
            </a:pPr>
            <a:r>
              <a:rPr lang="en-US" sz="70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KEY FEATURES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101855" y="224116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430813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8455" y="2493420"/>
            <a:ext cx="9755817" cy="71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PROMPT → SLIDE DECK GENERATION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AUTOMATIC IMAGE INTEGRATION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ADAPTIVE CONTENT DEPTH (SCHOOL/COLLEGE/PROFESSIONAL)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MULTIPLE SLIDE TEMPLATES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MULTI-LANGUAGE SLIDE GENERATION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AUTO SPEAKER NOTES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AUTO QUIZ GENERATOR</a:t>
            </a:r>
          </a:p>
          <a:p>
            <a:pPr algn="ctr">
              <a:lnSpc>
                <a:spcPts val="3796"/>
              </a:lnSpc>
              <a:spcBef>
                <a:spcPct val="0"/>
              </a:spcBef>
            </a:pPr>
          </a:p>
          <a:p>
            <a:pPr algn="ctr" marL="683129" indent="-341565" lvl="1">
              <a:lnSpc>
                <a:spcPts val="3796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PPTX DOWNLOAD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354364" y="2760887"/>
            <a:ext cx="34848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737813" y="2760887"/>
            <a:ext cx="33489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752005" y="1000372"/>
            <a:ext cx="850314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SYSTEM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9714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7081503" y="1915440"/>
            <a:ext cx="3760442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73198" y="3155343"/>
            <a:ext cx="6748876" cy="683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FRONTEND (REACT / FLUTTER)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FASTAPI BACKEND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LANGCHAIN PIPELINE: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  - CONTENT EXTRACTOR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  - SLIDE STRUCTURER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  - TONE + LEVEL ADJUSTER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GPT MODEL (CONTENT GENERATION)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UNSPLASH API (IMAGE SUGGESTION)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PPTX GENERATOR (PYTHON-PPTX)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FIREBASE STORAGE (SAVE SLIDES)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↓</a:t>
            </a:r>
          </a:p>
          <a:p>
            <a:pPr algn="ctr">
              <a:lnSpc>
                <a:spcPts val="3033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OUTPUT: DOWNLOADABLE PPT / WEB SLIDES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25135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52005" y="1000372"/>
            <a:ext cx="850314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TECHNOLOGY STACK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5400000">
            <a:off x="15298404" y="7162473"/>
            <a:ext cx="3124527" cy="3124527"/>
          </a:xfrm>
          <a:custGeom>
            <a:avLst/>
            <a:gdLst/>
            <a:ahLst/>
            <a:cxnLst/>
            <a:rect r="r" b="b" t="t" l="l"/>
            <a:pathLst>
              <a:path h="3124527" w="3124527">
                <a:moveTo>
                  <a:pt x="3124527" y="3124527"/>
                </a:moveTo>
                <a:lnTo>
                  <a:pt x="0" y="3124527"/>
                </a:lnTo>
                <a:lnTo>
                  <a:pt x="0" y="0"/>
                </a:lnTo>
                <a:lnTo>
                  <a:pt x="3124527" y="0"/>
                </a:lnTo>
                <a:lnTo>
                  <a:pt x="3124527" y="31245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-125135" y="7068658"/>
            <a:ext cx="3218342" cy="3218342"/>
          </a:xfrm>
          <a:custGeom>
            <a:avLst/>
            <a:gdLst/>
            <a:ahLst/>
            <a:cxnLst/>
            <a:rect r="r" b="b" t="t" l="l"/>
            <a:pathLst>
              <a:path h="3218342" w="3218342">
                <a:moveTo>
                  <a:pt x="3218342" y="0"/>
                </a:moveTo>
                <a:lnTo>
                  <a:pt x="0" y="0"/>
                </a:lnTo>
                <a:lnTo>
                  <a:pt x="0" y="3218342"/>
                </a:lnTo>
                <a:lnTo>
                  <a:pt x="3218342" y="3218342"/>
                </a:lnTo>
                <a:lnTo>
                  <a:pt x="32183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61539" y="2104949"/>
            <a:ext cx="11580956" cy="629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GPT + LANGCHAIN – CONTENT GENERATION + STRUCTURING</a:t>
            </a:r>
          </a:p>
          <a:p>
            <a:pPr algn="ctr">
              <a:lnSpc>
                <a:spcPts val="4189"/>
              </a:lnSpc>
              <a:spcBef>
                <a:spcPct val="0"/>
              </a:spcBef>
            </a:pPr>
          </a:p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FASTAPI – BACKEND</a:t>
            </a:r>
          </a:p>
          <a:p>
            <a:pPr algn="ctr">
              <a:lnSpc>
                <a:spcPts val="4189"/>
              </a:lnSpc>
              <a:spcBef>
                <a:spcPct val="0"/>
              </a:spcBef>
            </a:pPr>
          </a:p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FIREBASE – STORAGE</a:t>
            </a:r>
          </a:p>
          <a:p>
            <a:pPr algn="ctr">
              <a:lnSpc>
                <a:spcPts val="4189"/>
              </a:lnSpc>
              <a:spcBef>
                <a:spcPct val="0"/>
              </a:spcBef>
            </a:pPr>
          </a:p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PYTHON-PPTX – SLIDE CREATION</a:t>
            </a:r>
          </a:p>
          <a:p>
            <a:pPr algn="ctr">
              <a:lnSpc>
                <a:spcPts val="4189"/>
              </a:lnSpc>
              <a:spcBef>
                <a:spcPct val="0"/>
              </a:spcBef>
            </a:pPr>
          </a:p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UNSPLASH API – MEDIA INTEGRATION</a:t>
            </a:r>
          </a:p>
          <a:p>
            <a:pPr algn="ctr">
              <a:lnSpc>
                <a:spcPts val="4189"/>
              </a:lnSpc>
              <a:spcBef>
                <a:spcPct val="0"/>
              </a:spcBef>
            </a:pPr>
          </a:p>
          <a:p>
            <a:pPr algn="ctr">
              <a:lnSpc>
                <a:spcPts val="4189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REACT/FLUTTER – INTERFACE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51656" y="875284"/>
            <a:ext cx="917027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ARCHITECTURAL FLOW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5400000">
            <a:off x="1430813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55191" y="2451535"/>
            <a:ext cx="8184208" cy="670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1. TEACHER ENTERS TOPIC</a:t>
            </a: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2. AI EXTRACTS CONTENT</a:t>
            </a: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3. AI GENERATES SLIDE OUTLINE</a:t>
            </a: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4. AI ADDS TEXT, VISUALS, EXAMPLES</a:t>
            </a: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5. PPTX FILE AUTO-GENERATED</a:t>
            </a: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</a:p>
          <a:p>
            <a:pPr algn="ctr">
              <a:lnSpc>
                <a:spcPts val="330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6. PREVIEW + DOWNLOAD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17742" y="1104900"/>
            <a:ext cx="107755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DEMO/OUTPUT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2522" y="2669836"/>
            <a:ext cx="8949506" cy="633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SHOW 3–4 SAMPLE SLIDES:</a:t>
            </a: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INTRODUCTION</a:t>
            </a: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CONCEPT EXPLANATION</a:t>
            </a: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VISUAL SLIDE</a:t>
            </a: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SUMMARY</a:t>
            </a: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</a:p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51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I CAN GENERATE SAMPLE SLIDES FOR YOU.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49577" y="1001039"/>
            <a:ext cx="107755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IMPACT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33730" y="2737446"/>
            <a:ext cx="9539470" cy="58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9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SAVES 70% TEACHER PREPARATION TIME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9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PERSONALIZES LEARNING MATERIALS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9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IMPROVES STUDENT ENGAGEMENT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9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SUPPORTS MULTIPLE LANGUAGES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906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SCALABLE ACROSS SCHOOLS/COLLEGES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8055" y="1328988"/>
            <a:ext cx="13811890" cy="87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  <a:spcBef>
                <a:spcPct val="0"/>
              </a:spcBef>
            </a:pPr>
            <a:r>
              <a:rPr lang="en-US" sz="569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76537"/>
            <a:ext cx="16230600" cy="472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“SKILLMATCH SLIDES TRANSFORMS TEACHING BY TURNING TEXT PROMPTS INTO COMPLETE PERSONALIZED PRESENTATION DECKS — INSTANTLY AND INTELLIGENTLY.”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520652" y="2567361"/>
          <a:ext cx="13246696" cy="6330315"/>
        </p:xfrm>
        <a:graphic>
          <a:graphicData uri="http://schemas.openxmlformats.org/drawingml/2006/table">
            <a:tbl>
              <a:tblPr/>
              <a:tblGrid>
                <a:gridCol w="4174934"/>
                <a:gridCol w="4413345"/>
                <a:gridCol w="4658416"/>
              </a:tblGrid>
              <a:tr h="1274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 b="true">
                          <a:solidFill>
                            <a:srgbClr val="FF3131"/>
                          </a:solidFill>
                          <a:latin typeface="Dynapuff Condensed Bold"/>
                          <a:ea typeface="Dynapuff Condensed Bold"/>
                          <a:cs typeface="Dynapuff Condensed Bold"/>
                          <a:sym typeface="Dynapuff Condensed Bold"/>
                        </a:rPr>
                        <a:t>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 b="true">
                          <a:solidFill>
                            <a:srgbClr val="FF3131"/>
                          </a:solidFill>
                          <a:latin typeface="Dynapuff Condensed Bold"/>
                          <a:ea typeface="Dynapuff Condensed Bold"/>
                          <a:cs typeface="Dynapuff Condensed Bold"/>
                          <a:sym typeface="Dynapuff Condensed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 b="true">
                          <a:solidFill>
                            <a:srgbClr val="FF3131"/>
                          </a:solidFill>
                          <a:latin typeface="Dynapuff Condensed Bold"/>
                          <a:ea typeface="Dynapuff Condensed Bold"/>
                          <a:cs typeface="Dynapuff Condensed Bold"/>
                          <a:sym typeface="Dynapuff Condensed Bold"/>
                        </a:rPr>
                        <a:t>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23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Phase - 1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Architecture &amp; Setup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3 hrs.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4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Phase - 2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AI &amp; Backend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9 hrs.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4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Phase - 3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Frontend UI + Firebase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8 hrs.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4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Phase - 4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Testing +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Dynapuff Condensed"/>
                          <a:ea typeface="Dynapuff Condensed"/>
                          <a:cs typeface="Dynapuff Condensed"/>
                          <a:sym typeface="Dynapuff Condensed"/>
                        </a:rPr>
                        <a:t>2 hrs.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057400" y="1019175"/>
            <a:ext cx="1345058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77"/>
              </a:lnSpc>
              <a:spcBef>
                <a:spcPct val="0"/>
              </a:spcBef>
            </a:pPr>
            <a:r>
              <a:rPr lang="en-US" sz="58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EXECUTION PLAN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9307"/>
            <a:ext cx="15769607" cy="687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23"/>
              </a:lnSpc>
            </a:pPr>
            <a:r>
              <a:rPr lang="en-US" sz="4949" spc="148">
                <a:solidFill>
                  <a:srgbClr val="3F3E3A"/>
                </a:solidFill>
                <a:latin typeface="Alice Bold"/>
                <a:ea typeface="Alice Bold"/>
                <a:cs typeface="Alice Bold"/>
                <a:sym typeface="Alice Bold"/>
              </a:rPr>
              <a:t>Team:-</a:t>
            </a:r>
          </a:p>
          <a:p>
            <a:pPr algn="l" marL="747949" indent="-373975" lvl="1">
              <a:lnSpc>
                <a:spcPts val="5196"/>
              </a:lnSpc>
              <a:buAutoNum type="arabicPeriod" startAt="1"/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Veeresh Devadhar</a:t>
            </a: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 - https://github.com/veereshdevadhar devadharveeru</a:t>
            </a: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  <a:hlinkClick r:id="rId2" tooltip="https://github.com/24070083-bit/-Arya-Chighare"/>
              </a:rPr>
              <a:t>@gmail.com</a:t>
            </a:r>
          </a:p>
          <a:p>
            <a:pPr algn="just">
              <a:lnSpc>
                <a:spcPts val="5196"/>
              </a:lnSpc>
            </a:pPr>
          </a:p>
          <a:p>
            <a:pPr algn="just">
              <a:lnSpc>
                <a:spcPts val="5196"/>
              </a:lnSpc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   2.Arya Chighare - </a:t>
            </a: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  <a:hlinkClick r:id="rId3" tooltip="https://github.com/24070083-bit/-Arya-Chighare"/>
              </a:rPr>
              <a:t>https://github.com/24070083-bit/-Arya-Chighare</a:t>
            </a:r>
          </a:p>
          <a:p>
            <a:pPr algn="just">
              <a:lnSpc>
                <a:spcPts val="5196"/>
              </a:lnSpc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     </a:t>
            </a: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  <a:hlinkClick r:id="rId4" tooltip="https://github.com/24070083-bit/-Arya-Chighare"/>
              </a:rPr>
              <a:t>aryachighare@gmail.com</a:t>
            </a:r>
          </a:p>
          <a:p>
            <a:pPr algn="just">
              <a:lnSpc>
                <a:spcPts val="5196"/>
              </a:lnSpc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just">
              <a:lnSpc>
                <a:spcPts val="5196"/>
              </a:lnSpc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4.Jaiaditya-https://github.com/Jaiadithya71/AI_Eduthon_TF   jaiadithya2020@gmail.co</a:t>
            </a:r>
          </a:p>
          <a:p>
            <a:pPr algn="just" marL="0" indent="0" lvl="0">
              <a:lnSpc>
                <a:spcPts val="5196"/>
              </a:lnSpc>
              <a:spcBef>
                <a:spcPct val="0"/>
              </a:spcBef>
            </a:pPr>
            <a:r>
              <a:rPr lang="en-US" sz="3464" spc="103">
                <a:solidFill>
                  <a:srgbClr val="3F3E3A"/>
                </a:solidFill>
                <a:latin typeface="Alice"/>
                <a:ea typeface="Alice"/>
                <a:cs typeface="Alice"/>
                <a:sym typeface="Alice"/>
              </a:rPr>
              <a:t>  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48261" y="547687"/>
            <a:ext cx="107755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7"/>
              </a:lnSpc>
              <a:spcBef>
                <a:spcPct val="0"/>
              </a:spcBef>
            </a:pPr>
            <a:r>
              <a:rPr lang="en-US" sz="6197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DAG3n_Klx9U</dc:identifier>
  <dcterms:modified xsi:type="dcterms:W3CDTF">2011-08-01T06:04:30Z</dcterms:modified>
  <cp:revision>1</cp:revision>
  <dc:title>Cream and  Dark Brown Aesthetic Abstract Corner Project Presentation</dc:title>
</cp:coreProperties>
</file>